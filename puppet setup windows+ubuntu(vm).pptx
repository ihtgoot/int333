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t.puppet.com/puppet8-release-jammy.de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Windows + Ubuntu(vm) Steps for Puppet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Installing Puppet Master on Ubuntu (VirtualBox) and Puppet Agent on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9000"/>
            <a:ext cx="10515600" cy="4018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/>
              <a:t>1. Prerequisites</a:t>
            </a:r>
          </a:p>
          <a:p>
            <a:pPr lvl="1"/>
            <a:r>
              <a:rPr lang="en-US" altLang="en-US"/>
              <a:t>VirtualBox installed</a:t>
            </a:r>
          </a:p>
          <a:p>
            <a:pPr lvl="1"/>
            <a:r>
              <a:rPr lang="en-US" altLang="en-US"/>
              <a:t>Ubuntu VM for Puppet Master</a:t>
            </a:r>
          </a:p>
          <a:p>
            <a:pPr lvl="1"/>
            <a:r>
              <a:rPr lang="en-US" altLang="en-US"/>
              <a:t>Windows machine for Puppet Agent</a:t>
            </a:r>
          </a:p>
          <a:p>
            <a:pPr lvl="1"/>
            <a:r>
              <a:rPr lang="en-US" altLang="en-US"/>
              <a:t>Internet connectivity</a:t>
            </a:r>
          </a:p>
          <a:p>
            <a:pPr lvl="1"/>
            <a:r>
              <a:rPr lang="en-US" altLang="en-US"/>
              <a:t>Administrator/root privileges on both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 Puppet Master on Ubuntu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en-US" dirty="0"/>
              <a:t>Update System:</a:t>
            </a: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apt update &amp;&amp; </a:t>
            </a:r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apt upgrade -y</a:t>
            </a:r>
          </a:p>
          <a:p>
            <a:r>
              <a:rPr lang="en-US" altLang="en-US" dirty="0"/>
              <a:t>Remove Old Puppet (if exists)</a:t>
            </a: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apt purge puppet-agent </a:t>
            </a:r>
            <a:r>
              <a:rPr lang="en-US" altLang="en-US" dirty="0" err="1">
                <a:solidFill>
                  <a:srgbClr val="C00000"/>
                </a:solidFill>
              </a:rPr>
              <a:t>puppetserver</a:t>
            </a:r>
            <a:r>
              <a:rPr lang="en-US" altLang="en-US" dirty="0">
                <a:solidFill>
                  <a:srgbClr val="C00000"/>
                </a:solidFill>
              </a:rPr>
              <a:t> -y</a:t>
            </a: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rm -rf /</a:t>
            </a:r>
            <a:r>
              <a:rPr lang="en-US" altLang="en-US" dirty="0" err="1">
                <a:solidFill>
                  <a:srgbClr val="C00000"/>
                </a:solidFill>
              </a:rPr>
              <a:t>etc</a:t>
            </a:r>
            <a:r>
              <a:rPr lang="en-US" altLang="en-US" dirty="0">
                <a:solidFill>
                  <a:srgbClr val="C00000"/>
                </a:solidFill>
              </a:rPr>
              <a:t>/</a:t>
            </a:r>
            <a:r>
              <a:rPr lang="en-US" altLang="en-US" dirty="0" err="1">
                <a:solidFill>
                  <a:srgbClr val="C00000"/>
                </a:solidFill>
              </a:rPr>
              <a:t>puppetlabs</a:t>
            </a:r>
            <a:r>
              <a:rPr lang="en-US" altLang="en-US" dirty="0">
                <a:solidFill>
                  <a:srgbClr val="C00000"/>
                </a:solidFill>
              </a:rPr>
              <a:t> /opt/</a:t>
            </a:r>
            <a:r>
              <a:rPr lang="en-US" altLang="en-US" dirty="0" err="1">
                <a:solidFill>
                  <a:srgbClr val="C00000"/>
                </a:solidFill>
              </a:rPr>
              <a:t>puppetlabs</a:t>
            </a:r>
            <a:endParaRPr lang="en-US" altLang="en-US" dirty="0">
              <a:solidFill>
                <a:srgbClr val="C00000"/>
              </a:solidFill>
            </a:endParaRPr>
          </a:p>
          <a:p>
            <a:r>
              <a:rPr lang="en-US" altLang="en-US" dirty="0"/>
              <a:t>Set hostname:</a:t>
            </a:r>
            <a:endParaRPr lang="en-US" altLang="en-US" dirty="0">
              <a:solidFill>
                <a:srgbClr val="C00000"/>
              </a:solidFill>
            </a:endParaRP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hostnamectl</a:t>
            </a:r>
            <a:r>
              <a:rPr lang="en-US" altLang="en-US" dirty="0">
                <a:solidFill>
                  <a:srgbClr val="C00000"/>
                </a:solidFill>
              </a:rPr>
              <a:t> set-hostname puppetmaster.example.com</a:t>
            </a:r>
          </a:p>
          <a:p>
            <a:r>
              <a:rPr lang="en-US" altLang="en-US" dirty="0"/>
              <a:t>Edit /</a:t>
            </a:r>
            <a:r>
              <a:rPr lang="en-US" altLang="en-US" dirty="0" err="1"/>
              <a:t>etc</a:t>
            </a:r>
            <a:r>
              <a:rPr lang="en-US" altLang="en-US" dirty="0"/>
              <a:t>/hosts:</a:t>
            </a: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nano /</a:t>
            </a:r>
            <a:r>
              <a:rPr lang="en-US" altLang="en-US" dirty="0" err="1">
                <a:solidFill>
                  <a:srgbClr val="C00000"/>
                </a:solidFill>
              </a:rPr>
              <a:t>etc</a:t>
            </a:r>
            <a:r>
              <a:rPr lang="en-US" altLang="en-US" dirty="0">
                <a:solidFill>
                  <a:srgbClr val="C00000"/>
                </a:solidFill>
              </a:rPr>
              <a:t>/hosts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</a:rPr>
              <a:t>&lt;</a:t>
            </a:r>
            <a:r>
              <a:rPr lang="en-US" altLang="en-US" dirty="0" err="1">
                <a:solidFill>
                  <a:srgbClr val="C00000"/>
                </a:solidFill>
              </a:rPr>
              <a:t>vm-ip</a:t>
            </a:r>
            <a:r>
              <a:rPr lang="en-US" altLang="en-US" dirty="0">
                <a:solidFill>
                  <a:srgbClr val="C00000"/>
                </a:solidFill>
              </a:rPr>
              <a:t>&gt;     puppetmaster.example.com </a:t>
            </a:r>
            <a:r>
              <a:rPr lang="en-US" altLang="en-US" dirty="0" err="1">
                <a:solidFill>
                  <a:srgbClr val="C00000"/>
                </a:solidFill>
              </a:rPr>
              <a:t>puppetmaster</a:t>
            </a:r>
            <a:endParaRPr lang="en-US" altLang="en-US" dirty="0">
              <a:solidFill>
                <a:srgbClr val="C00000"/>
              </a:solidFill>
            </a:endParaRPr>
          </a:p>
          <a:p>
            <a:endParaRPr lang="en-US" altLang="en-US" dirty="0">
              <a:solidFill>
                <a:srgbClr val="C00000"/>
              </a:solidFill>
            </a:endParaRPr>
          </a:p>
          <a:p>
            <a:endParaRPr lang="en-US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900430"/>
            <a:ext cx="11158855" cy="533273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800" dirty="0">
                <a:sym typeface="+mn-ea"/>
              </a:rPr>
              <a:t>Add Puppet Repository:</a:t>
            </a:r>
            <a:endParaRPr lang="en-US" altLang="en-US" sz="2800" dirty="0"/>
          </a:p>
          <a:p>
            <a:pPr lvl="1"/>
            <a:r>
              <a:rPr lang="en-US" altLang="en-US" sz="2800" dirty="0" err="1">
                <a:solidFill>
                  <a:srgbClr val="C00000"/>
                </a:solidFill>
                <a:sym typeface="+mn-ea"/>
              </a:rPr>
              <a:t>wget</a:t>
            </a:r>
            <a:r>
              <a:rPr lang="en-US" altLang="en-US" sz="2800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sym typeface="+mn-ea"/>
                <a:hlinkClick r:id="rId2"/>
              </a:rPr>
              <a:t>https://apt.puppet.com/puppet8-release-jammy.deb</a:t>
            </a:r>
            <a:endParaRPr lang="en-US" altLang="en-US" sz="2800" dirty="0">
              <a:solidFill>
                <a:srgbClr val="C00000"/>
              </a:solidFill>
              <a:sym typeface="+mn-ea"/>
            </a:endParaRPr>
          </a:p>
          <a:p>
            <a:pPr lvl="1"/>
            <a:r>
              <a:rPr lang="da-DK" altLang="en-US" sz="2800" dirty="0">
                <a:solidFill>
                  <a:srgbClr val="C00000"/>
                </a:solidFill>
                <a:highlight>
                  <a:srgbClr val="FFFF00"/>
                </a:highlight>
              </a:rPr>
              <a:t>wget https://apt-puppetcore.puppet.com/public/puppet8-release-noble.deb</a:t>
            </a:r>
            <a:endParaRPr lang="en-US" altLang="en-US" sz="2800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r>
              <a:rPr lang="en-US" altLang="en-US" sz="2800" dirty="0" err="1">
                <a:solidFill>
                  <a:srgbClr val="C00000"/>
                </a:solidFill>
                <a:sym typeface="+mn-ea"/>
              </a:rPr>
              <a:t>sudo</a:t>
            </a:r>
            <a:r>
              <a:rPr lang="en-US" altLang="en-US" sz="2800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sym typeface="+mn-ea"/>
              </a:rPr>
              <a:t>dpkg</a:t>
            </a:r>
            <a:r>
              <a:rPr lang="en-US" altLang="en-US" sz="2800" dirty="0">
                <a:solidFill>
                  <a:srgbClr val="C00000"/>
                </a:solidFill>
                <a:sym typeface="+mn-ea"/>
              </a:rPr>
              <a:t> -</a:t>
            </a:r>
            <a:r>
              <a:rPr lang="en-US" altLang="en-US" sz="2800" dirty="0" err="1">
                <a:solidFill>
                  <a:srgbClr val="C00000"/>
                </a:solidFill>
                <a:sym typeface="+mn-ea"/>
              </a:rPr>
              <a:t>i</a:t>
            </a:r>
            <a:r>
              <a:rPr lang="en-US" altLang="en-US" sz="2800" dirty="0">
                <a:solidFill>
                  <a:srgbClr val="C00000"/>
                </a:solidFill>
                <a:sym typeface="+mn-ea"/>
              </a:rPr>
              <a:t> puppet8-release-jammy.deb</a:t>
            </a:r>
          </a:p>
          <a:p>
            <a:pPr lvl="1"/>
            <a:r>
              <a:rPr lang="en-US" sz="2800" dirty="0" err="1">
                <a:highlight>
                  <a:srgbClr val="FFFF00"/>
                </a:highlight>
              </a:rPr>
              <a:t>sudo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dpkg</a:t>
            </a:r>
            <a:r>
              <a:rPr lang="en-US" sz="2800" dirty="0">
                <a:highlight>
                  <a:srgbClr val="FFFF00"/>
                </a:highlight>
              </a:rPr>
              <a:t> -</a:t>
            </a:r>
            <a:r>
              <a:rPr lang="en-US" sz="2800" dirty="0" err="1">
                <a:highlight>
                  <a:srgbClr val="FFFF00"/>
                </a:highlight>
              </a:rPr>
              <a:t>i</a:t>
            </a:r>
            <a:r>
              <a:rPr lang="en-US" sz="2800" dirty="0">
                <a:highlight>
                  <a:srgbClr val="FFFF00"/>
                </a:highlight>
              </a:rPr>
              <a:t> puppet8-release-noble.deb</a:t>
            </a:r>
            <a:endParaRPr lang="en-US" altLang="en-US" sz="2800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r>
              <a:rPr lang="en-US" altLang="en-US" sz="2800" dirty="0" err="1">
                <a:solidFill>
                  <a:srgbClr val="C00000"/>
                </a:solidFill>
                <a:sym typeface="+mn-ea"/>
              </a:rPr>
              <a:t>sudo</a:t>
            </a:r>
            <a:r>
              <a:rPr lang="en-US" altLang="en-US" sz="2800" dirty="0">
                <a:solidFill>
                  <a:srgbClr val="C00000"/>
                </a:solidFill>
                <a:sym typeface="+mn-ea"/>
              </a:rPr>
              <a:t> apt update</a:t>
            </a:r>
            <a:endParaRPr lang="en-US" altLang="en-US" dirty="0"/>
          </a:p>
          <a:p>
            <a:r>
              <a:rPr lang="en-US" altLang="en-US" dirty="0"/>
              <a:t>Install Puppet </a:t>
            </a:r>
            <a:r>
              <a:rPr lang="en-US" altLang="en-US" dirty="0">
                <a:solidFill>
                  <a:srgbClr val="C00000"/>
                </a:solidFill>
              </a:rPr>
              <a:t>Server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 err="1">
                <a:solidFill>
                  <a:srgbClr val="C00000"/>
                </a:solidFill>
              </a:rPr>
              <a:t>sudo</a:t>
            </a:r>
            <a:r>
              <a:rPr lang="en-US" altLang="en-US" dirty="0">
                <a:solidFill>
                  <a:srgbClr val="C00000"/>
                </a:solidFill>
              </a:rPr>
              <a:t> apt install </a:t>
            </a:r>
            <a:r>
              <a:rPr lang="en-US" altLang="en-US" dirty="0" err="1">
                <a:solidFill>
                  <a:srgbClr val="C00000"/>
                </a:solidFill>
              </a:rPr>
              <a:t>puppetserver</a:t>
            </a:r>
            <a:r>
              <a:rPr lang="en-US" altLang="en-US" dirty="0">
                <a:solidFill>
                  <a:srgbClr val="C00000"/>
                </a:solidFill>
              </a:rPr>
              <a:t> -y</a:t>
            </a:r>
          </a:p>
          <a:p>
            <a:r>
              <a:rPr lang="en-US" altLang="en-US" dirty="0"/>
              <a:t>Configure Puppet Server(Edit /</a:t>
            </a:r>
            <a:r>
              <a:rPr lang="en-US" altLang="en-US" dirty="0" err="1"/>
              <a:t>etc</a:t>
            </a:r>
            <a:r>
              <a:rPr lang="en-US" altLang="en-US" dirty="0"/>
              <a:t>/</a:t>
            </a:r>
            <a:r>
              <a:rPr lang="en-US" altLang="en-US" dirty="0" err="1"/>
              <a:t>puppetlabs</a:t>
            </a:r>
            <a:r>
              <a:rPr lang="en-US" altLang="en-US" dirty="0"/>
              <a:t>/puppet/</a:t>
            </a:r>
            <a:r>
              <a:rPr lang="en-US" altLang="en-US" dirty="0" err="1"/>
              <a:t>puppet.conf</a:t>
            </a:r>
            <a:r>
              <a:rPr lang="en-US" altLang="en-US" dirty="0"/>
              <a:t>)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[main]</a:t>
            </a:r>
          </a:p>
          <a:p>
            <a:pPr marL="457200" lvl="1" indent="0">
              <a:buNone/>
            </a:pPr>
            <a:r>
              <a:rPr lang="en-US" altLang="en-US" dirty="0" err="1">
                <a:solidFill>
                  <a:srgbClr val="C00000"/>
                </a:solidFill>
              </a:rPr>
              <a:t>certname</a:t>
            </a:r>
            <a:r>
              <a:rPr lang="en-US" altLang="en-US" dirty="0">
                <a:solidFill>
                  <a:srgbClr val="C00000"/>
                </a:solidFill>
              </a:rPr>
              <a:t> = puppetmaster.example.com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server = puppetmaster.example.com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environment = production</a:t>
            </a:r>
          </a:p>
          <a:p>
            <a:pPr marL="457200" lvl="1" indent="0">
              <a:buNone/>
            </a:pPr>
            <a:r>
              <a:rPr lang="en-US" altLang="en-US" dirty="0" err="1">
                <a:solidFill>
                  <a:srgbClr val="C00000"/>
                </a:solidFill>
              </a:rPr>
              <a:t>runinterval</a:t>
            </a:r>
            <a:r>
              <a:rPr lang="en-US" altLang="en-US" dirty="0">
                <a:solidFill>
                  <a:srgbClr val="C00000"/>
                </a:solidFill>
              </a:rPr>
              <a:t> = 1h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ECB2-9849-0C8B-BABF-2B6C0D3C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EBB09-4076-CBEF-763C-7371BA6E7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apt update</a:t>
            </a:r>
          </a:p>
          <a:p>
            <a:r>
              <a:rPr lang="en-IN" dirty="0" err="1"/>
              <a:t>sudo</a:t>
            </a:r>
            <a:r>
              <a:rPr lang="en-IN" dirty="0"/>
              <a:t> nano /etc/apt/</a:t>
            </a:r>
            <a:r>
              <a:rPr lang="en-IN" dirty="0" err="1"/>
              <a:t>auth.conf.d</a:t>
            </a:r>
            <a:r>
              <a:rPr lang="en-IN" dirty="0"/>
              <a:t>/apt-</a:t>
            </a:r>
            <a:r>
              <a:rPr lang="en-IN" dirty="0" err="1"/>
              <a:t>puppetcore</a:t>
            </a:r>
            <a:r>
              <a:rPr lang="en-IN" dirty="0"/>
              <a:t>-</a:t>
            </a:r>
            <a:r>
              <a:rPr lang="en-IN" dirty="0" err="1"/>
              <a:t>puppet.conf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machine apt-puppetcore.puppet.com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login forge-key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password YOUR_PUPPET_API_KEY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7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517C-CB90-DE4D-F5F4-62426D15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E84F-0798-5A2E-4C38-EF4412092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apt update</a:t>
            </a:r>
          </a:p>
          <a:p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puppetserver</a:t>
            </a:r>
            <a:r>
              <a:rPr lang="en-IN" dirty="0"/>
              <a:t> –y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--now </a:t>
            </a:r>
            <a:r>
              <a:rPr lang="en-US" dirty="0" err="1"/>
              <a:t>puppetserver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puppetserver</a:t>
            </a:r>
            <a:r>
              <a:rPr lang="en-US" dirty="0"/>
              <a:t> --no-pager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5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480"/>
            <a:ext cx="10515600" cy="5130800"/>
          </a:xfrm>
        </p:spPr>
        <p:txBody>
          <a:bodyPr/>
          <a:lstStyle/>
          <a:p>
            <a:r>
              <a:rPr lang="en-US" altLang="en-US"/>
              <a:t>Start Puppet Server: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sudo systemctl enable puppetserver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sudo systemctl start puppetserver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sudo systemctl status puppetserver</a:t>
            </a:r>
          </a:p>
          <a:p>
            <a:endParaRPr lang="en-US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59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Puppet Agent on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370"/>
            <a:ext cx="10515600" cy="4994910"/>
          </a:xfrm>
        </p:spPr>
        <p:txBody>
          <a:bodyPr>
            <a:normAutofit/>
          </a:bodyPr>
          <a:lstStyle/>
          <a:p>
            <a:r>
              <a:rPr lang="en-US" altLang="en-US"/>
              <a:t>Install Puppet Agent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Download Puppet Agent for Windows from: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 https://downloads.puppet.com/windows/</a:t>
            </a:r>
          </a:p>
          <a:p>
            <a:pPr lvl="1"/>
            <a:r>
              <a:rPr lang="en-US" altLang="en-US"/>
              <a:t>(Choose the latest MSI package, e.g., puppet-agent-x64-latest.msi)</a:t>
            </a:r>
          </a:p>
          <a:p>
            <a:r>
              <a:rPr lang="en-US" altLang="en-US"/>
              <a:t>Run the installer:</a:t>
            </a:r>
          </a:p>
          <a:p>
            <a:pPr lvl="1"/>
            <a:r>
              <a:rPr lang="en-US" altLang="en-US"/>
              <a:t>Select Typical installation (default is fine).</a:t>
            </a:r>
          </a:p>
          <a:p>
            <a:r>
              <a:rPr lang="en-US" altLang="en-US"/>
              <a:t>Puppet agent binaries will be installed under: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C:\Program Files\Puppet Labs\Puppet\bin</a:t>
            </a:r>
          </a:p>
          <a:p>
            <a:r>
              <a:rPr lang="en-US" altLang="en-US"/>
              <a:t>Set Hostname (Windows):Open PowerShell as Administrator: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Rename-Computer -NewName "win-agent" -Force -Restart</a:t>
            </a:r>
          </a:p>
          <a:p>
            <a:endParaRPr lang="en-US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6935"/>
            <a:ext cx="10515600" cy="5537200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Edit Hosts File:</a:t>
            </a:r>
          </a:p>
          <a:p>
            <a:pPr lvl="1"/>
            <a:r>
              <a:rPr lang="en-US" altLang="en-US"/>
              <a:t>Open</a:t>
            </a:r>
            <a:r>
              <a:rPr lang="en-US" altLang="en-US">
                <a:solidFill>
                  <a:srgbClr val="C00000"/>
                </a:solidFill>
              </a:rPr>
              <a:t> C:\Windows\System32\drivers\etc\hosts in Notepad (as Admin)</a:t>
            </a:r>
            <a:r>
              <a:rPr lang="en-US" altLang="en-US"/>
              <a:t>.</a:t>
            </a:r>
          </a:p>
          <a:p>
            <a:r>
              <a:rPr lang="en-US" altLang="en-US"/>
              <a:t> Add: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&lt;puppetmaster-ip&gt;   puppetmaster.example.com puppetmaster</a:t>
            </a:r>
          </a:p>
          <a:p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Configure Puppet Agent</a:t>
            </a:r>
          </a:p>
          <a:p>
            <a:r>
              <a:rPr lang="en-US" altLang="en-US"/>
              <a:t>Edit config file at:</a:t>
            </a:r>
          </a:p>
          <a:p>
            <a:pPr lvl="1"/>
            <a:r>
              <a:rPr lang="en-US" altLang="en-US"/>
              <a:t>C:\</a:t>
            </a:r>
            <a:r>
              <a:rPr lang="en-US" altLang="en-US">
                <a:solidFill>
                  <a:srgbClr val="C00000"/>
                </a:solidFill>
              </a:rPr>
              <a:t>ProgramData\PuppetLabs\puppet\etc\puppet.conf</a:t>
            </a:r>
          </a:p>
          <a:p>
            <a:r>
              <a:rPr lang="en-US" altLang="en-US"/>
              <a:t>Add:</a:t>
            </a:r>
          </a:p>
          <a:p>
            <a:pPr marL="457200" lvl="1" indent="0">
              <a:buNone/>
            </a:pP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[main]</a:t>
            </a:r>
          </a:p>
          <a:p>
            <a:pPr marL="457200" lvl="1" indent="0">
              <a:buNone/>
            </a:pP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certname = win-agent.example.com</a:t>
            </a:r>
          </a:p>
          <a:p>
            <a:pPr marL="457200" lvl="1" indent="0">
              <a:buNone/>
            </a:pP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server = puppetmaster.example.com</a:t>
            </a:r>
          </a:p>
          <a:p>
            <a:pPr marL="457200" lvl="1" indent="0">
              <a:buNone/>
            </a:pP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environment = production</a:t>
            </a:r>
          </a:p>
          <a:p>
            <a:pPr marL="457200" lvl="1" indent="0">
              <a:buNone/>
            </a:pPr>
            <a:r>
              <a:rPr lang="en-US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runinterval = 1h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4200"/>
            <a:ext cx="10515600" cy="5593080"/>
          </a:xfrm>
        </p:spPr>
        <p:txBody>
          <a:bodyPr/>
          <a:lstStyle/>
          <a:p>
            <a:r>
              <a:rPr lang="en-US" altLang="en-US"/>
              <a:t>Run Puppet Agent</a:t>
            </a:r>
          </a:p>
          <a:p>
            <a:r>
              <a:rPr lang="en-US" altLang="en-US"/>
              <a:t>Open Command Prompt as Administrator: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puppet agent --test</a:t>
            </a:r>
            <a:endParaRPr lang="en-US" altLang="en-US"/>
          </a:p>
          <a:p>
            <a:r>
              <a:rPr lang="en-US" altLang="en-US"/>
              <a:t>Expected:</a:t>
            </a:r>
          </a:p>
          <a:p>
            <a:pPr lvl="1"/>
            <a:r>
              <a:rPr lang="en-US" altLang="en-US"/>
              <a:t>Generates a CSR (certificate signing request).</a:t>
            </a:r>
          </a:p>
          <a:p>
            <a:pPr lvl="1"/>
            <a:r>
              <a:rPr lang="en-US" altLang="en-US"/>
              <a:t>Puppet Master must sign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234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Sign the Agent’s Certificate (on Puppet Master)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5910"/>
            <a:ext cx="10515600" cy="4611370"/>
          </a:xfrm>
        </p:spPr>
        <p:txBody>
          <a:bodyPr/>
          <a:lstStyle/>
          <a:p>
            <a:r>
              <a:rPr lang="en-US" altLang="en-US"/>
              <a:t>On Ubuntu server: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sudo /opt/puppetlabs/bin/puppetserver ca list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sudo /opt/puppetlabs/bin/puppetserver ca sign --certname win-agent.example.com</a:t>
            </a:r>
          </a:p>
          <a:p>
            <a:r>
              <a:rPr lang="en-US" altLang="en-US"/>
              <a:t>After signing, rerun on Windows:</a:t>
            </a:r>
          </a:p>
          <a:p>
            <a:pPr lvl="1"/>
            <a:r>
              <a:rPr lang="en-US" altLang="en-US">
                <a:solidFill>
                  <a:srgbClr val="C00000"/>
                </a:solidFill>
              </a:rPr>
              <a:t>puppet agent --test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542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Windows + Ubuntu(vm) Steps for Puppet</vt:lpstr>
      <vt:lpstr>Installing Puppet Master on Ubuntu (VirtualBox) and Puppet Agent on Windows</vt:lpstr>
      <vt:lpstr>Install Puppet Master on Ubuntu</vt:lpstr>
      <vt:lpstr>PowerPoint Presentation</vt:lpstr>
      <vt:lpstr>PowerPoint Presentation</vt:lpstr>
      <vt:lpstr>PowerPoint Presentation</vt:lpstr>
      <vt:lpstr>PowerPoint Presentation</vt:lpstr>
      <vt:lpstr>Puppet Agent on Windows</vt:lpstr>
      <vt:lpstr>PowerPoint Presentation</vt:lpstr>
      <vt:lpstr>PowerPoint Presentation</vt:lpstr>
      <vt:lpstr>Sign the Agent’s Certificate (on Puppet Master)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+ Ubuntu(vm) Steps for Puppet</dc:title>
  <dc:creator>divyathakur</dc:creator>
  <cp:lastModifiedBy>Manpreet Kaur</cp:lastModifiedBy>
  <cp:revision>39</cp:revision>
  <dcterms:created xsi:type="dcterms:W3CDTF">2025-08-20T11:28:01Z</dcterms:created>
  <dcterms:modified xsi:type="dcterms:W3CDTF">2026-08-18T11:28:12Z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0587C1FA9A749F41E60DA468B3C595E5_41</vt:lpwstr>
  </property>
  <property fmtid="{D5CDD505-2E9C-101B-9397-08002B2CF9AE}" pid="3" name="KSOProductBuildVer">
    <vt:lpwstr>1033-12.1.21937.21937</vt:lpwstr>
  </property>
</Properties>
</file>