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4" r:id="rId28"/>
    <p:sldId id="285" r:id="rId29"/>
    <p:sldId id="286" r:id="rId30"/>
    <p:sldId id="282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67" d="100"/>
          <a:sy n="67" d="100"/>
        </p:scale>
        <p:origin x="8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11:16:47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apt.puppet.com/puppet8-release-jammy.deb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106045"/>
            <a:ext cx="12192000" cy="6336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endParaRPr lang="en-US" altLang="en-US" sz="3200" dirty="0"/>
          </a:p>
          <a:p>
            <a:r>
              <a:rPr lang="en-US" altLang="en-US" sz="3600" b="1" dirty="0"/>
              <a:t>Puppet Agent Configuration on Windows – Troubleshooting Connection to Puppet Master</a:t>
            </a:r>
          </a:p>
          <a:p>
            <a:endParaRPr lang="en-US" altLang="en-US" sz="3200" dirty="0"/>
          </a:p>
          <a:p>
            <a:endParaRPr lang="en-US" altLang="en-US" sz="3200" dirty="0"/>
          </a:p>
          <a:p>
            <a:r>
              <a:rPr lang="en-US" altLang="en-US" sz="3200" dirty="0"/>
              <a:t>┌────────────────────────┐        ┌────────────────────────┐</a:t>
            </a:r>
          </a:p>
          <a:p>
            <a:r>
              <a:rPr lang="en-US" altLang="en-US" sz="3200" dirty="0"/>
              <a:t>│  Puppet Master (Linux)         │ &lt;──→──   Puppet Agent (Windows)  |</a:t>
            </a:r>
          </a:p>
          <a:p>
            <a:r>
              <a:rPr lang="en-US" altLang="en-US" sz="3200" dirty="0"/>
              <a:t>└────────────────────────┘        └────────────────────────┘</a:t>
            </a:r>
          </a:p>
          <a:p>
            <a:r>
              <a:rPr lang="en-US" altLang="en-US" sz="3200" dirty="0"/>
              <a:t>         Port 8140 open                                     Communicates via SSL</a:t>
            </a:r>
          </a:p>
          <a:p>
            <a:endParaRPr lang="en-US" sz="3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EED8488-9587-84EF-2097-50D426447177}"/>
                  </a:ext>
                </a:extLst>
              </p14:cNvPr>
              <p14:cNvContentPartPr/>
              <p14:nvPr/>
            </p14:nvContentPartPr>
            <p14:xfrm>
              <a:off x="2272384" y="2205148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EED8488-9587-84EF-2097-50D4264471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63384" y="219614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14630" y="720725"/>
            <a:ext cx="11586845" cy="51454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sz="4400" b="1" dirty="0"/>
              <a:t>Install Puppet Agent on Windows</a:t>
            </a:r>
          </a:p>
          <a:p>
            <a:pPr>
              <a:spcAft>
                <a:spcPct val="60000"/>
              </a:spcAft>
            </a:pPr>
            <a:r>
              <a:rPr sz="4400" b="1" dirty="0"/>
              <a:t>Step 1: Download the Installer</a:t>
            </a:r>
          </a:p>
          <a:p>
            <a:r>
              <a:rPr sz="4400" dirty="0"/>
              <a:t>Download the Puppet Agent for Windows from the official site:</a:t>
            </a:r>
          </a:p>
          <a:p>
            <a:r>
              <a:rPr sz="4400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https://downloads.puppet.com/windows/puppet-agent-x64-latest.msi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70815" y="0"/>
            <a:ext cx="12021185" cy="7148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sz="4000" b="1"/>
              <a:t>Step 2: Install Puppet Agent</a:t>
            </a:r>
          </a:p>
          <a:p>
            <a:pPr>
              <a:spcAft>
                <a:spcPct val="60000"/>
              </a:spcAft>
            </a:pPr>
            <a:endParaRPr sz="4000" b="1"/>
          </a:p>
          <a:p>
            <a:pPr indent="0">
              <a:buNone/>
            </a:pPr>
            <a:r>
              <a:rPr sz="4000"/>
              <a:t>Run the .msi installer.</a:t>
            </a:r>
          </a:p>
          <a:p>
            <a:pPr indent="0">
              <a:buNone/>
            </a:pPr>
            <a:endParaRPr sz="4000"/>
          </a:p>
          <a:p>
            <a:pPr indent="0">
              <a:buNone/>
            </a:pPr>
            <a:r>
              <a:rPr sz="4000"/>
              <a:t>During installation, choose default options.</a:t>
            </a:r>
          </a:p>
          <a:p>
            <a:pPr indent="0">
              <a:buNone/>
            </a:pPr>
            <a:endParaRPr sz="4000"/>
          </a:p>
          <a:p>
            <a:pPr indent="0">
              <a:buNone/>
            </a:pPr>
            <a:r>
              <a:rPr sz="4000"/>
              <a:t>Once installed, open Command Prompt (Admin) and verify:</a:t>
            </a:r>
          </a:p>
          <a:p>
            <a:r>
              <a:rPr sz="400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puppet --version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119380" y="1773555"/>
          <a:ext cx="11924665" cy="4432935"/>
        </p:xfrm>
        <a:graphic>
          <a:graphicData uri="http://schemas.openxmlformats.org/drawingml/2006/table">
            <a:tbl>
              <a:tblPr/>
              <a:tblGrid>
                <a:gridCol w="2588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5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0105">
                <a:tc>
                  <a:txBody>
                    <a:bodyPr/>
                    <a:lstStyle/>
                    <a:p>
                      <a:r>
                        <a:rPr sz="3200" b="1"/>
                        <a:t>Item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200" b="1"/>
                        <a:t>Path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9875">
                <a:tc>
                  <a:txBody>
                    <a:bodyPr/>
                    <a:lstStyle/>
                    <a:p>
                      <a:r>
                        <a:rPr sz="3200"/>
                        <a:t>Puppet conf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200" dirty="0"/>
                        <a:t>C:\ProgramData\PuppetLabs\puppet\etc\puppet.conf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6160">
                <a:tc>
                  <a:txBody>
                    <a:bodyPr/>
                    <a:lstStyle/>
                    <a:p>
                      <a:r>
                        <a:rPr sz="3200"/>
                        <a:t>SSL certs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200"/>
                        <a:t>C:\ProgramData\PuppetLabs\puppet\ssl\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6795">
                <a:tc>
                  <a:txBody>
                    <a:bodyPr/>
                    <a:lstStyle/>
                    <a:p>
                      <a:r>
                        <a:rPr sz="3200"/>
                        <a:t>Executables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200" dirty="0"/>
                        <a:t>C:\Program Files\Puppet Labs\Puppet\bin\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522605" y="359410"/>
            <a:ext cx="1035494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4800" b="1" dirty="0"/>
              <a:t>Important Puppet Paths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965" y="3969385"/>
            <a:ext cx="6170295" cy="26797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15315" y="3233420"/>
            <a:ext cx="6769100" cy="567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3200" b="1" dirty="0">
                <a:highlight>
                  <a:srgbClr val="FFFF00"/>
                </a:highlight>
              </a:rPr>
              <a:t>puppet config print </a:t>
            </a:r>
            <a:r>
              <a:rPr lang="en-US" altLang="en-US" sz="3200" b="1" dirty="0" err="1">
                <a:highlight>
                  <a:srgbClr val="FFFF00"/>
                </a:highlight>
              </a:rPr>
              <a:t>confdir</a:t>
            </a:r>
            <a:endParaRPr lang="en-US" altLang="en-US" sz="3200" b="1" dirty="0">
              <a:highlight>
                <a:srgbClr val="FFFF00"/>
              </a:highlight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08000" y="676275"/>
            <a:ext cx="10838815" cy="2388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sz="4000" b="1"/>
              <a:t> Check Puppet Config Path Dynamically</a:t>
            </a:r>
          </a:p>
          <a:p>
            <a:r>
              <a:rPr sz="4000"/>
              <a:t>Run this to get where Puppet expects the config directory: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20" y="118110"/>
            <a:ext cx="11785600" cy="27647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20" y="3069590"/>
            <a:ext cx="8639175" cy="3644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431800" y="579120"/>
          <a:ext cx="11395710" cy="5662930"/>
        </p:xfrm>
        <a:graphic>
          <a:graphicData uri="http://schemas.openxmlformats.org/drawingml/2006/table">
            <a:tbl>
              <a:tblPr/>
              <a:tblGrid>
                <a:gridCol w="281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3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420">
                <a:tc>
                  <a:txBody>
                    <a:bodyPr/>
                    <a:lstStyle/>
                    <a:p>
                      <a:r>
                        <a:rPr sz="3200" b="1"/>
                        <a:t>Directive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200" b="1"/>
                        <a:t>Description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200" b="1"/>
                        <a:t>Real-World Analogy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1350">
                <a:tc>
                  <a:txBody>
                    <a:bodyPr/>
                    <a:lstStyle/>
                    <a:p>
                      <a:r>
                        <a:rPr sz="1800"/>
                        <a:t>server=puppet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Specifies the hostname of the Puppet master server (e.g., puppet, puppet.example.com). The agent will communicate with this master.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📞 “Call this number (server) for work instructions.”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1945">
                <a:tc>
                  <a:txBody>
                    <a:bodyPr/>
                    <a:lstStyle/>
                    <a:p>
                      <a:r>
                        <a:rPr sz="1800"/>
                        <a:t>autoflush=true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Forces Puppet to immediately flush logs and reports to disk instead of buffering them. Useful for real-time troubleshooting.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💧 “Don't store logs in memory—write them instantly.”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3215">
                <a:tc>
                  <a:txBody>
                    <a:bodyPr/>
                    <a:lstStyle/>
                    <a:p>
                      <a:r>
                        <a:rPr sz="1800"/>
                        <a:t>manage_internal_file_permissions=false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Prevents Puppet from enforcing file permissions on internal files (like SSL certs). Useful on Windows to avoid file access issues.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🔒 “Don’t change security settings—we’ll handle it ourselves.”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22250" y="387985"/>
            <a:ext cx="11969750" cy="6082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sz="4000" b="1"/>
              <a:t>Real-World Analogy</a:t>
            </a:r>
          </a:p>
          <a:p>
            <a:pPr>
              <a:buFont typeface="Arial" panose="020B0604020202020204"/>
              <a:buChar char="•"/>
            </a:pPr>
            <a:r>
              <a:rPr sz="4000" b="1"/>
              <a:t>server=puppet</a:t>
            </a:r>
            <a:r>
              <a:rPr sz="4000"/>
              <a:t>: “This is the boss’s phone number I call for work.”</a:t>
            </a:r>
          </a:p>
          <a:p>
            <a:pPr>
              <a:buFont typeface="Arial" panose="020B0604020202020204"/>
              <a:buChar char="•"/>
            </a:pPr>
            <a:endParaRPr sz="4000"/>
          </a:p>
          <a:p>
            <a:pPr>
              <a:buFont typeface="Arial" panose="020B0604020202020204"/>
              <a:buChar char="•"/>
            </a:pPr>
            <a:r>
              <a:rPr sz="4000"/>
              <a:t> </a:t>
            </a:r>
            <a:r>
              <a:rPr sz="4000" b="1"/>
              <a:t>autoflush=true</a:t>
            </a:r>
            <a:r>
              <a:rPr sz="4000"/>
              <a:t>: “I write down what I’m doing instantly — no waiting.”</a:t>
            </a:r>
          </a:p>
          <a:p>
            <a:pPr>
              <a:buFont typeface="Arial" panose="020B0604020202020204"/>
              <a:buChar char="•"/>
            </a:pPr>
            <a:endParaRPr sz="4000"/>
          </a:p>
          <a:p>
            <a:pPr>
              <a:buFont typeface="Arial" panose="020B0604020202020204"/>
              <a:buChar char="•"/>
            </a:pPr>
            <a:r>
              <a:rPr sz="4000" b="1"/>
              <a:t>manage_internal_file_permissions=false</a:t>
            </a:r>
            <a:r>
              <a:rPr sz="4000"/>
              <a:t>: “I don’t touch file locks — the OS handles it.”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" y="2411095"/>
            <a:ext cx="10614660" cy="20358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" y="339090"/>
            <a:ext cx="11946890" cy="61988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4780"/>
            <a:ext cx="11868150" cy="67125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65" y="433705"/>
            <a:ext cx="11533505" cy="61480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22250" y="238125"/>
            <a:ext cx="11969750" cy="6082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sz="4000" b="1"/>
              <a:t> Important Note</a:t>
            </a:r>
          </a:p>
          <a:p>
            <a:r>
              <a:rPr sz="4000"/>
              <a:t>Puppet Server (Master) is not supported natively on </a:t>
            </a:r>
            <a:r>
              <a:rPr sz="4000" b="1"/>
              <a:t>Windows as a master</a:t>
            </a:r>
            <a:r>
              <a:rPr sz="4000"/>
              <a:t> — it's officially designed to run on Linux systems only (e.g., Ubuntu, CentOS, RHEL).</a:t>
            </a:r>
          </a:p>
          <a:p>
            <a:r>
              <a:rPr sz="4000" b="1"/>
              <a:t>Windows is supported only for Puppet Agent </a:t>
            </a:r>
            <a:r>
              <a:rPr sz="4000"/>
              <a:t>— not the Master.</a:t>
            </a:r>
          </a:p>
          <a:p>
            <a:r>
              <a:rPr sz="4000" b="1"/>
              <a:t>So that's likely why nothing is listening on port 8140</a:t>
            </a:r>
            <a:r>
              <a:rPr sz="4000"/>
              <a:t> — the Puppet Server isn't installed or isn't capable of running on Windows.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-635" y="556260"/>
          <a:ext cx="12193270" cy="5863590"/>
        </p:xfrm>
        <a:graphic>
          <a:graphicData uri="http://schemas.openxmlformats.org/drawingml/2006/table">
            <a:tbl>
              <a:tblPr/>
              <a:tblGrid>
                <a:gridCol w="241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1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8645">
                <a:tc>
                  <a:txBody>
                    <a:bodyPr/>
                    <a:lstStyle/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endParaRPr sz="36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endParaRPr sz="36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endParaRPr sz="36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sz="3600"/>
                        <a:t>Installing Puppet Agent on Windows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endParaRPr sz="36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sz="3600"/>
                        <a:t>Configuring puppet.conf and hosts File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225">
                <a:tc>
                  <a:txBody>
                    <a:bodyPr/>
                    <a:lstStyle/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endParaRPr sz="36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sz="3600"/>
                        <a:t>Opening Firewall Port 8140 for Puppet Communication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5225">
                <a:tc>
                  <a:txBody>
                    <a:bodyPr/>
                    <a:lstStyle/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endParaRPr sz="36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sz="3600"/>
                        <a:t>Troubleshooting: Puppet Agent Cannot Connect to Master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endParaRPr sz="36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sz="3600"/>
                        <a:t>Why Puppet Master Doesn’t Work on Windows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77925">
                <a:tc>
                  <a:txBody>
                    <a:bodyPr/>
                    <a:lstStyle/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endParaRPr sz="36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sz="3600"/>
                        <a:t>Recommended Setup: Puppet Master on Linux + Windows Agent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336FEC-852B-4F18-7FFE-D4CE02AF80C5}"/>
              </a:ext>
            </a:extLst>
          </p:cNvPr>
          <p:cNvSpPr txBox="1"/>
          <p:nvPr/>
        </p:nvSpPr>
        <p:spPr>
          <a:xfrm>
            <a:off x="806824" y="2245224"/>
            <a:ext cx="910365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https://ubuntu.com/download/server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DFB38D-C967-BFE0-580A-1CB30B9B8404}"/>
              </a:ext>
            </a:extLst>
          </p:cNvPr>
          <p:cNvSpPr txBox="1"/>
          <p:nvPr/>
        </p:nvSpPr>
        <p:spPr>
          <a:xfrm>
            <a:off x="806824" y="537228"/>
            <a:ext cx="7691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 ISO Image for VM</a:t>
            </a:r>
          </a:p>
        </p:txBody>
      </p:sp>
    </p:spTree>
    <p:extLst>
      <p:ext uri="{BB962C8B-B14F-4D97-AF65-F5344CB8AC3E}">
        <p14:creationId xmlns:p14="http://schemas.microsoft.com/office/powerpoint/2010/main" val="859751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508362-06C2-2D31-30D1-B4B7329A80FD}"/>
              </a:ext>
            </a:extLst>
          </p:cNvPr>
          <p:cNvSpPr txBox="1"/>
          <p:nvPr/>
        </p:nvSpPr>
        <p:spPr>
          <a:xfrm>
            <a:off x="1179980" y="840904"/>
            <a:ext cx="89053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– Prepare your Ubuntu VM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CFFD3-B9CF-FA02-4FEE-AA3A0447FF2E}"/>
              </a:ext>
            </a:extLst>
          </p:cNvPr>
          <p:cNvSpPr txBox="1"/>
          <p:nvPr/>
        </p:nvSpPr>
        <p:spPr>
          <a:xfrm>
            <a:off x="1179980" y="1843171"/>
            <a:ext cx="796738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package index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apt update &amp;&amp;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apt upgrade -y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curl,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wget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other helpers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apt install curl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wget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lsb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-release -y</a:t>
            </a:r>
          </a:p>
        </p:txBody>
      </p:sp>
    </p:spTree>
    <p:extLst>
      <p:ext uri="{BB962C8B-B14F-4D97-AF65-F5344CB8AC3E}">
        <p14:creationId xmlns:p14="http://schemas.microsoft.com/office/powerpoint/2010/main" val="2053892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C591D0-1496-FD9E-2000-E33B6FD75F4C}"/>
              </a:ext>
            </a:extLst>
          </p:cNvPr>
          <p:cNvSpPr txBox="1"/>
          <p:nvPr/>
        </p:nvSpPr>
        <p:spPr>
          <a:xfrm>
            <a:off x="601756" y="338554"/>
            <a:ext cx="6098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– Set a static IP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9A786-6C23-10E4-31BC-BF52FA8A5CC6}"/>
              </a:ext>
            </a:extLst>
          </p:cNvPr>
          <p:cNvSpPr txBox="1"/>
          <p:nvPr/>
        </p:nvSpPr>
        <p:spPr>
          <a:xfrm>
            <a:off x="601756" y="940713"/>
            <a:ext cx="74664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nano /etc/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netplan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/00-installer-config.yaml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392907-D5C3-A43A-32F6-281376E1D7E9}"/>
              </a:ext>
            </a:extLst>
          </p:cNvPr>
          <p:cNvSpPr txBox="1"/>
          <p:nvPr/>
        </p:nvSpPr>
        <p:spPr>
          <a:xfrm>
            <a:off x="638735" y="1696760"/>
            <a:ext cx="3012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15E93F-7E2C-E13C-3849-C60EE8DBD32D}"/>
              </a:ext>
            </a:extLst>
          </p:cNvPr>
          <p:cNvSpPr txBox="1"/>
          <p:nvPr/>
        </p:nvSpPr>
        <p:spPr>
          <a:xfrm>
            <a:off x="638735" y="2298919"/>
            <a:ext cx="60982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ethernets: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enp0s3: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dhcp4: no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addresses: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- 192.168.1.50/24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gateway4: 192.168.1.1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nameservers: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addresses: [8.8.8.8, 1.1.1.1]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version: 2</a:t>
            </a:r>
          </a:p>
        </p:txBody>
      </p:sp>
    </p:spTree>
    <p:extLst>
      <p:ext uri="{BB962C8B-B14F-4D97-AF65-F5344CB8AC3E}">
        <p14:creationId xmlns:p14="http://schemas.microsoft.com/office/powerpoint/2010/main" val="4040706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78EEC5-3EF4-7207-F6BE-504388FDD559}"/>
              </a:ext>
            </a:extLst>
          </p:cNvPr>
          <p:cNvSpPr txBox="1"/>
          <p:nvPr/>
        </p:nvSpPr>
        <p:spPr>
          <a:xfrm>
            <a:off x="995082" y="833719"/>
            <a:ext cx="5741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Execute: 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netplan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76DF3B-7C6B-5F35-B20A-F0A0F0548C06}"/>
              </a:ext>
            </a:extLst>
          </p:cNvPr>
          <p:cNvSpPr txBox="1"/>
          <p:nvPr/>
        </p:nvSpPr>
        <p:spPr>
          <a:xfrm>
            <a:off x="1134036" y="2232212"/>
            <a:ext cx="80906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If its not working then run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6CC1AC-33F2-121E-DED1-EDF026EF71E6}"/>
              </a:ext>
            </a:extLst>
          </p:cNvPr>
          <p:cNvSpPr txBox="1"/>
          <p:nvPr/>
        </p:nvSpPr>
        <p:spPr>
          <a:xfrm>
            <a:off x="1134036" y="3242332"/>
            <a:ext cx="99239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chown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root:root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/etc/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netplan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/00-installer-config.yaml</a:t>
            </a:r>
          </a:p>
          <a:p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chmod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600 /etc/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netplan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/00-installer-config.yaml</a:t>
            </a:r>
          </a:p>
          <a:p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netplan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</a:t>
            </a:r>
          </a:p>
        </p:txBody>
      </p:sp>
    </p:spTree>
    <p:extLst>
      <p:ext uri="{BB962C8B-B14F-4D97-AF65-F5344CB8AC3E}">
        <p14:creationId xmlns:p14="http://schemas.microsoft.com/office/powerpoint/2010/main" val="400491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AEB69-689E-3AE7-DFA0-144B9357B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A2DA73-8C0E-2D47-716B-01E14860AF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13689"/>
            <a:ext cx="651734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ping google.com</a:t>
            </a:r>
          </a:p>
        </p:txBody>
      </p:sp>
    </p:spTree>
    <p:extLst>
      <p:ext uri="{BB962C8B-B14F-4D97-AF65-F5344CB8AC3E}">
        <p14:creationId xmlns:p14="http://schemas.microsoft.com/office/powerpoint/2010/main" val="2692334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477F0-BB7C-6965-538B-7AD0A3C1E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2019"/>
            <a:ext cx="10515600" cy="1325563"/>
          </a:xfrm>
        </p:spPr>
        <p:txBody>
          <a:bodyPr/>
          <a:lstStyle/>
          <a:p>
            <a:r>
              <a:rPr lang="en-US" b="1" dirty="0"/>
              <a:t>Step 3 – Install Puppet Server on Ubuntu 24.04.2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AE827-F030-953A-B1BD-F3B2E2E0C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wget</a:t>
            </a:r>
            <a:r>
              <a:rPr lang="en-IN" dirty="0"/>
              <a:t> </a:t>
            </a:r>
            <a:r>
              <a:rPr lang="en-IN" dirty="0">
                <a:hlinkClick r:id="rId2"/>
              </a:rPr>
              <a:t>https://apt.puppet.com/puppet8-release-jammy.deb</a:t>
            </a:r>
            <a:r>
              <a:rPr lang="en-IN" dirty="0"/>
              <a:t> : for puppet repository</a:t>
            </a:r>
          </a:p>
          <a:p>
            <a:endParaRPr lang="en-IN" dirty="0"/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dpkg</a:t>
            </a:r>
            <a:r>
              <a:rPr lang="en-IN" dirty="0"/>
              <a:t> -</a:t>
            </a:r>
            <a:r>
              <a:rPr lang="en-IN" dirty="0" err="1"/>
              <a:t>i</a:t>
            </a:r>
            <a:r>
              <a:rPr lang="en-IN" dirty="0"/>
              <a:t> puppet8-release-jammy.deb : for repo packages</a:t>
            </a:r>
          </a:p>
          <a:p>
            <a:endParaRPr lang="en-IN" dirty="0"/>
          </a:p>
          <a:p>
            <a:r>
              <a:rPr lang="en-IN" dirty="0" err="1"/>
              <a:t>sudo</a:t>
            </a:r>
            <a:r>
              <a:rPr lang="en-IN" dirty="0"/>
              <a:t> apt update: For update packages</a:t>
            </a:r>
          </a:p>
          <a:p>
            <a:endParaRPr lang="en-IN" dirty="0"/>
          </a:p>
          <a:p>
            <a:r>
              <a:rPr lang="en-IN" dirty="0" err="1"/>
              <a:t>sudo</a:t>
            </a:r>
            <a:r>
              <a:rPr lang="en-IN" dirty="0"/>
              <a:t> apt install </a:t>
            </a:r>
            <a:r>
              <a:rPr lang="en-IN" dirty="0" err="1"/>
              <a:t>puppetserver</a:t>
            </a:r>
            <a:r>
              <a:rPr lang="en-IN" dirty="0"/>
              <a:t> –y : For Installing puppet server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7578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2226-5407-4C47-F568-52E049BC5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4 – Configure Puppet Server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90C5B-52EC-2DA9-A1F9-190E2FCA6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sudo</a:t>
            </a:r>
            <a:r>
              <a:rPr lang="en-IN" dirty="0"/>
              <a:t> nano /etc/default/</a:t>
            </a:r>
            <a:r>
              <a:rPr lang="en-IN" dirty="0" err="1"/>
              <a:t>puppetserver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Add in nano file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JAVA_ARGS="-Xms1g -Xmx1g"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0435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D8B19-479F-4551-6271-6FD83ACC6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– Enable &amp; Start Puppet Server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4392A-7868-FAB9-7D3D-8C240428E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systemctl</a:t>
            </a:r>
            <a:r>
              <a:rPr lang="en-IN" dirty="0"/>
              <a:t> enable </a:t>
            </a:r>
            <a:r>
              <a:rPr lang="en-IN" dirty="0" err="1"/>
              <a:t>puppetserver</a:t>
            </a:r>
            <a:endParaRPr lang="en-IN" dirty="0"/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systemctl</a:t>
            </a:r>
            <a:r>
              <a:rPr lang="en-IN" dirty="0"/>
              <a:t> start </a:t>
            </a:r>
            <a:r>
              <a:rPr lang="en-IN" dirty="0" err="1"/>
              <a:t>puppetserver</a:t>
            </a:r>
            <a:r>
              <a:rPr lang="en-IN" dirty="0"/>
              <a:t> </a:t>
            </a:r>
            <a:r>
              <a:rPr lang="en-IN" dirty="0">
                <a:highlight>
                  <a:srgbClr val="FFFF00"/>
                </a:highlight>
              </a:rPr>
              <a:t>optional</a:t>
            </a:r>
          </a:p>
          <a:p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systemctl</a:t>
            </a:r>
            <a:r>
              <a:rPr lang="en-IN" dirty="0"/>
              <a:t> status </a:t>
            </a:r>
            <a:r>
              <a:rPr lang="en-IN" dirty="0" err="1"/>
              <a:t>puppetserver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4866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7A7F6-0B09-8D95-E73B-6E7D09A4F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468" y="1253331"/>
            <a:ext cx="10515600" cy="57391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this command and make conf file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B50A62-3755-C31F-8D9F-02F3C87C73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32040" y="334651"/>
            <a:ext cx="85220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6 – Configure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puppet.conf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67E0EF-A04E-113E-4F76-F2F2B88D957F}"/>
              </a:ext>
            </a:extLst>
          </p:cNvPr>
          <p:cNvSpPr txBox="1"/>
          <p:nvPr/>
        </p:nvSpPr>
        <p:spPr>
          <a:xfrm>
            <a:off x="738468" y="1806731"/>
            <a:ext cx="79102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nano /etc/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puppetlabs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/puppet/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puppet.conf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29D2A6-20A2-291D-EDFA-8A386D71D04A}"/>
              </a:ext>
            </a:extLst>
          </p:cNvPr>
          <p:cNvSpPr txBox="1"/>
          <p:nvPr/>
        </p:nvSpPr>
        <p:spPr>
          <a:xfrm>
            <a:off x="756829" y="2391506"/>
            <a:ext cx="67155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[main]</a:t>
            </a:r>
          </a:p>
          <a:p>
            <a:r>
              <a:rPr lang="en-US" sz="3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certname</a:t>
            </a:r>
            <a:r>
              <a:rPr lang="en-US" sz="3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puppet </a:t>
            </a:r>
            <a:r>
              <a:rPr lang="en-US" sz="3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master.local</a:t>
            </a:r>
            <a:endParaRPr lang="en-US" sz="36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server = puppet-</a:t>
            </a:r>
            <a:r>
              <a:rPr lang="en-US" sz="3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master.local</a:t>
            </a:r>
            <a:endParaRPr lang="en-US" sz="36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environment = production</a:t>
            </a:r>
          </a:p>
          <a:p>
            <a:r>
              <a:rPr lang="en-US" sz="3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runinterval</a:t>
            </a:r>
            <a:r>
              <a:rPr lang="en-US" sz="3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1h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6433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2DF45-A917-C1FB-ED21-E440B8F0A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7 – Set Hostname &amp; Hosts File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38124-3AEA-3845-EAB5-F9FF85051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hostnamectl</a:t>
            </a:r>
            <a:r>
              <a:rPr lang="en-US" dirty="0"/>
              <a:t> set-hostname puppet-</a:t>
            </a:r>
            <a:r>
              <a:rPr lang="en-US" dirty="0" err="1"/>
              <a:t>master.local</a:t>
            </a: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Edit /etc/hosts File </a:t>
            </a:r>
          </a:p>
          <a:p>
            <a:r>
              <a:rPr lang="en-IN" dirty="0" err="1"/>
              <a:t>sudo</a:t>
            </a:r>
            <a:r>
              <a:rPr lang="en-IN" dirty="0"/>
              <a:t> nano /etc/hosts</a:t>
            </a:r>
          </a:p>
          <a:p>
            <a:r>
              <a:rPr lang="en-IN" dirty="0"/>
              <a:t>192.168.1.50 puppet-</a:t>
            </a:r>
            <a:r>
              <a:rPr lang="en-IN" dirty="0" err="1"/>
              <a:t>master.local</a:t>
            </a:r>
            <a:r>
              <a:rPr lang="en-IN" dirty="0"/>
              <a:t> puppet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4603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C26E8-80CC-B826-394C-112E15C7D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ufw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8140 </a:t>
            </a:r>
          </a:p>
          <a:p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ufw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reload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marL="0" indent="0">
              <a:buNone/>
            </a:pP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ufw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</a:t>
            </a:r>
          </a:p>
          <a:p>
            <a:pPr marL="0" indent="0">
              <a:buNone/>
            </a:pP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ufw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status</a:t>
            </a:r>
            <a:b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ufw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reload</a:t>
            </a:r>
          </a:p>
          <a:p>
            <a:pPr marL="0" indent="0">
              <a:buNone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Sudo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ufw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ssh</a:t>
            </a:r>
          </a:p>
          <a:p>
            <a:pPr marL="0" indent="0">
              <a:buNone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63CB85-05B1-EB1F-2BF5-4B4742B864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6187"/>
            <a:ext cx="936811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8 – Allow Puppet Ports in Firewall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66689B-F789-73BC-5568-EF46DDF32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113" y="1689626"/>
            <a:ext cx="6443662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83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8B5A6-E440-E8CE-5150-E0CA91DF1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Step-9 Test Puppet Server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FF2AB8-9D2B-4506-C2EF-2276840E2D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6117" y="1538451"/>
            <a:ext cx="950773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/opt/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puppetlabs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/bin/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puppetserver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81BEA7-A857-5F9D-B378-09C0A6D4E2F6}"/>
              </a:ext>
            </a:extLst>
          </p:cNvPr>
          <p:cNvSpPr txBox="1"/>
          <p:nvPr/>
        </p:nvSpPr>
        <p:spPr>
          <a:xfrm>
            <a:off x="986117" y="2864014"/>
            <a:ext cx="6237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If facing error then follow next steps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65350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7FC7F-732C-B9E2-0A5E-4A4AD20B9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Configure Puppet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0E3CE-82D7-44FB-1078-5C159E624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Edit </a:t>
            </a:r>
            <a:r>
              <a:rPr lang="en-IN" b="1" dirty="0" err="1"/>
              <a:t>puppet.conf</a:t>
            </a:r>
            <a:r>
              <a:rPr lang="en-IN" b="1" dirty="0"/>
              <a:t>:</a:t>
            </a:r>
          </a:p>
          <a:p>
            <a:r>
              <a:rPr lang="en-IN" dirty="0" err="1"/>
              <a:t>sudo</a:t>
            </a:r>
            <a:r>
              <a:rPr lang="en-IN" dirty="0"/>
              <a:t> nano /etc/</a:t>
            </a:r>
            <a:r>
              <a:rPr lang="en-IN" dirty="0" err="1"/>
              <a:t>puppetlabs</a:t>
            </a:r>
            <a:r>
              <a:rPr lang="en-IN" dirty="0"/>
              <a:t>/puppet/</a:t>
            </a:r>
            <a:r>
              <a:rPr lang="en-IN" dirty="0" err="1"/>
              <a:t>puppet.conf</a:t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9ABC8-D6A0-C25D-6D76-8F856C34C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70" y="2866769"/>
            <a:ext cx="10256108" cy="395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811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8E1A170C-30DF-D6D0-14A1-CEBBDEA8FC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3888" y="1228397"/>
            <a:ext cx="1063466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Set hostname and hosts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hostnamectl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set-hostname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puppetmaster.local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Edit hosts file: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nano /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/hosts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192.168.56.10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puppetmaster.local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puppetmaster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192.168.56.1 windows-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agent.local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windows-agent </a:t>
            </a:r>
          </a:p>
        </p:txBody>
      </p:sp>
    </p:spTree>
    <p:extLst>
      <p:ext uri="{BB962C8B-B14F-4D97-AF65-F5344CB8AC3E}">
        <p14:creationId xmlns:p14="http://schemas.microsoft.com/office/powerpoint/2010/main" val="26576890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96B133F-83C8-CEB6-CB32-50A14F795A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026" y="680909"/>
            <a:ext cx="1007560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Start Puppet Server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systemctl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puppetserver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systemctl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start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puppetserver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systemctl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status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puppetserver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0BAE1B-5880-D01C-55A8-FEA0896DB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217" y="3235454"/>
            <a:ext cx="8432416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2961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8CAA-F7C3-4C9B-582C-C8DE85ECD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Already done Skip these 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A10A4-741F-D0D7-0FD7-87C5F5389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On the Windows Puppet Agent (192.168.56.1)</a:t>
            </a:r>
          </a:p>
          <a:p>
            <a:r>
              <a:rPr lang="en-US" b="1" dirty="0"/>
              <a:t>1. Install Puppet Agent</a:t>
            </a:r>
          </a:p>
          <a:p>
            <a:pPr marL="0" indent="0">
              <a:buNone/>
            </a:pPr>
            <a:r>
              <a:rPr lang="en-US" dirty="0"/>
              <a:t>Download from Puppet official site:</a:t>
            </a:r>
            <a:br>
              <a:rPr lang="en-US" dirty="0"/>
            </a:br>
            <a:r>
              <a:rPr lang="en-US" dirty="0"/>
              <a:t>https://downloads.puppet.com/windows/puppet7/puppet-agent-x64-latest.msi</a:t>
            </a:r>
          </a:p>
          <a:p>
            <a:r>
              <a:rPr lang="en-US" dirty="0"/>
              <a:t>Install with default options.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4827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B882D85-1258-801C-5A2E-7D34D2859B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4336" y="305068"/>
            <a:ext cx="11777664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Configure Agent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 PowerShell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Administrator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Notepad"C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:\ProgramData\PuppetLabs\puppet\etc\puppet.conf“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[main]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=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puppetmaster.local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certname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windows-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agent.local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= production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7353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D774660-2437-8EE4-2BF2-5C84A216CE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3863" y="493981"/>
            <a:ext cx="1106374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Update Windows hosts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notepad C:\Windows\System32\drivers\etc\hosts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192.168.56.10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puppetmaster.local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puppetmaster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192.168.56.1 windows-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agent.local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windows-agent</a:t>
            </a:r>
          </a:p>
        </p:txBody>
      </p:sp>
    </p:spTree>
    <p:extLst>
      <p:ext uri="{BB962C8B-B14F-4D97-AF65-F5344CB8AC3E}">
        <p14:creationId xmlns:p14="http://schemas.microsoft.com/office/powerpoint/2010/main" val="18355044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938B8CC-D54C-0B87-2D62-8DD356637A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6712" y="122386"/>
            <a:ext cx="11191876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Connecting Master and Agent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From Windows Agent — request certificate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&amp; "C:\Program Files\Puppet Labs\Puppet\bin\puppet.bat" agent --test --server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puppetmaster.local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This will show something like: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Notice: Did not receive certificate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That’s fine — now sign it on the master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9C6220-05EB-BCFB-D219-25FE0CF9F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597" y="4498684"/>
            <a:ext cx="5010478" cy="223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8988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C25DA4E1-66B6-5DF7-2241-8E27A0CD19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3863" y="388611"/>
            <a:ext cx="1057751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From Puppet Master — sign certificate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 pending certs: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/opt/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puppetlabs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/bin/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puppetserver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 list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2DD41B-0D54-B286-8A46-9364232F3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857" y="2809788"/>
            <a:ext cx="10577511" cy="282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4721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EC44B0D-3BC2-E8C2-C7C5-8B99300C1D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4313" y="190644"/>
            <a:ext cx="11144224" cy="6792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Steps to Connect Windows Puppet Agent with Ubuntu Puppet Master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On Ubuntu Puppet Master: Master in active state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systemctl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status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puppetserver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If not running, start it: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systemctl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start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puppetserver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systemctl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puppetserver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Allow Puppet port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8140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in the firewall: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ufw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allow 8140/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ufw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If firewall not allow</a:t>
            </a:r>
          </a:p>
          <a:p>
            <a:pPr marL="0" indent="0">
              <a:buNone/>
            </a:pP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ufw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</a:t>
            </a:r>
          </a:p>
          <a:p>
            <a:pPr marL="0" indent="0">
              <a:buNone/>
            </a:pP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ufw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status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ufw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reload</a:t>
            </a:r>
          </a:p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Sudo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ufw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ssh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4D965E-025E-AD61-E63E-FC83629EC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075" y="1689626"/>
            <a:ext cx="6743700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086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CF88814-2A71-EF6E-A1F7-E569A74691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3901" y="61546"/>
            <a:ext cx="840581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 CA service is running: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/opt/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puppetlabs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/bin/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puppetserver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 list --all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If facing error as below then follow next</a:t>
            </a:r>
            <a:r>
              <a:rPr lang="en-US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steps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B8E938-FA09-F504-2724-46E77C32B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935" y="2188356"/>
            <a:ext cx="7745506" cy="388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4624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2A170AB-1DFE-BF00-9D24-228FD00DEF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8212" y="378381"/>
            <a:ext cx="979538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On Windows Puppet Agent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Install Puppet Agent MSI (from Puppet official site).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Then open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PowerShell (Run as Administrator)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and configure it: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 config set server puppet-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master.local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--section main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 config set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certname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windows-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agent.local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--section main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 config set environment production --section main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89AD41E-04F7-0E3C-4AB6-1E3DBE7C9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12" y="2873842"/>
            <a:ext cx="741521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Verify Configuration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Check if values are set correctly: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 config print server --section agent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 config print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certname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--section agent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 config print environment --section agent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C9E8C9-0D78-5A30-62BD-19F979E1D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030" y="4812834"/>
            <a:ext cx="6477407" cy="154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4675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68FBCBE-0B39-BBA8-3D9B-6E6898FEC8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6761" y="799733"/>
            <a:ext cx="487680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Trigger Certificate Request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 agent -t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61EBFE-30A6-8E0C-ED44-24E043FC9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26" y="2283543"/>
            <a:ext cx="6643687" cy="22909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200587-9572-5F43-73B1-C1FC12433176}"/>
              </a:ext>
            </a:extLst>
          </p:cNvPr>
          <p:cNvSpPr txBox="1"/>
          <p:nvPr/>
        </p:nvSpPr>
        <p:spPr>
          <a:xfrm>
            <a:off x="1100137" y="5314950"/>
            <a:ext cx="9844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Facing issue for fetching certificate if you are applying without sign in on master machine, For resolving follow next steps</a:t>
            </a:r>
          </a:p>
        </p:txBody>
      </p:sp>
    </p:spTree>
    <p:extLst>
      <p:ext uri="{BB962C8B-B14F-4D97-AF65-F5344CB8AC3E}">
        <p14:creationId xmlns:p14="http://schemas.microsoft.com/office/powerpoint/2010/main" val="31515833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3C4F50F-E798-7001-6255-1C643CDE0C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6737" y="663349"/>
            <a:ext cx="1060608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Ubuntu Puppet Master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check and sign the request: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/opt/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puppetlabs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/bin/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puppetserver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 list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/opt/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puppetlabs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/bin/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puppetserver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sign --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certname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wahla.lpu.com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/opt/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puppetlabs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/bin/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puppetserver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sign --all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4EEE3A-3682-7EC0-F188-450D285CC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552" y="3281593"/>
            <a:ext cx="7620457" cy="235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1229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EBC5307-DF7C-9AE6-4D5F-6FAA5C13E4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1584" y="521603"/>
            <a:ext cx="588641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 on Windows Puppet Agent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signing, run: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 agent –t   or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puppet agent --test --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waitforcert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=60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193D92-D607-EF3F-6367-48A2A1B05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138" y="2584357"/>
            <a:ext cx="7715250" cy="380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733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AF664-998C-3A8B-1D1F-A87EFE8FC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dirty="0">
                <a:highlight>
                  <a:srgbClr val="FFFF00"/>
                </a:highlight>
              </a:rPr>
              <a:t>Check </a:t>
            </a:r>
            <a:r>
              <a:rPr lang="en-IN" dirty="0" err="1">
                <a:highlight>
                  <a:srgbClr val="FFFF00"/>
                </a:highlight>
              </a:rPr>
              <a:t>yaml.file</a:t>
            </a:r>
            <a:r>
              <a:rPr lang="en-IN" dirty="0">
                <a:highlight>
                  <a:srgbClr val="FFFF00"/>
                </a:highlight>
              </a:rPr>
              <a:t> is available in given path after triggering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CCD3C0-239A-45DC-D7E0-0341A3F8B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9228" y="1825625"/>
            <a:ext cx="77935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2943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C3941-8A34-A5BE-14E6-6C17F3476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153" y="480919"/>
            <a:ext cx="11976847" cy="262535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Location of the manifest file</a:t>
            </a:r>
          </a:p>
          <a:p>
            <a:r>
              <a:rPr lang="en-US" dirty="0"/>
              <a:t>On your </a:t>
            </a:r>
            <a:r>
              <a:rPr lang="en-US" b="1" dirty="0"/>
              <a:t>Ubuntu Puppet Master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sudo</a:t>
            </a:r>
            <a:r>
              <a:rPr lang="en-IN" dirty="0"/>
              <a:t> </a:t>
            </a:r>
            <a:r>
              <a:rPr lang="en-IN" dirty="0" err="1"/>
              <a:t>mkdir</a:t>
            </a:r>
            <a:r>
              <a:rPr lang="en-IN" dirty="0"/>
              <a:t> -p /etc/</a:t>
            </a:r>
            <a:r>
              <a:rPr lang="en-IN" dirty="0" err="1"/>
              <a:t>puppetlabs</a:t>
            </a:r>
            <a:r>
              <a:rPr lang="en-IN" dirty="0"/>
              <a:t>/code/environments/production/manifests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sudo</a:t>
            </a:r>
            <a:r>
              <a:rPr lang="en-IN" dirty="0"/>
              <a:t> nano /etc/</a:t>
            </a:r>
            <a:r>
              <a:rPr lang="en-IN" dirty="0" err="1"/>
              <a:t>puppetlabs</a:t>
            </a:r>
            <a:r>
              <a:rPr lang="en-IN" dirty="0"/>
              <a:t>/code/environments/production/manifests/</a:t>
            </a:r>
            <a:r>
              <a:rPr lang="en-IN" dirty="0" err="1"/>
              <a:t>site.pp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A301E1-1BE8-1A0E-B8A1-8A90467F4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7565" y="3523129"/>
            <a:ext cx="6360459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6727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1ADE802-2C08-DDAE-7CE1-A92AF924E8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0283" y="244575"/>
            <a:ext cx="1030085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manifest on the server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Before applying: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/opt/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puppetlabs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/bin/puppet parser validate 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puppetlabs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/code/environments/production/manifests/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site.pp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No error=&gt; OK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2223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F0A110B0-65C1-2789-9822-339455A8D1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6836" y="402884"/>
            <a:ext cx="9381564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 the agent to apply manifest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the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Windows machine (elevated PowerShell)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puppet agent –t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or puppet agent --test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739FAF-65CC-FAD4-F009-768AFF33E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888" y="2727573"/>
            <a:ext cx="9488224" cy="228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922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382D1-4B6E-3CF3-F530-D9F84798E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Verify File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1C12D-6B4B-2DA1-C107-C481E96FA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C:\puppet_demo\hello.txt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45030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38*349"/>
  <p:tag name="TABLE_ENDDRAG_RECT" val="9*176*938*34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7*445"/>
  <p:tag name="TABLE_ENDDRAG_RECT" val="34*45*897*44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60*461"/>
  <p:tag name="TABLE_ENDDRAG_RECT" val="0*43*960*46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11096</TotalTime>
  <Words>1573</Words>
  <Application>Microsoft Office PowerPoint</Application>
  <PresentationFormat>Widescreen</PresentationFormat>
  <Paragraphs>226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Verify</vt:lpstr>
      <vt:lpstr>Step 3 – Install Puppet Server on Ubuntu 24.04.2</vt:lpstr>
      <vt:lpstr>Step 4 – Configure Puppet Server</vt:lpstr>
      <vt:lpstr>Step 5 – Enable &amp; Start Puppet Server</vt:lpstr>
      <vt:lpstr>Step 6 – Configure puppet.conf </vt:lpstr>
      <vt:lpstr>Step 7 – Set Hostname &amp; Hosts File</vt:lpstr>
      <vt:lpstr>Step 8 – Allow Puppet Ports in Firewall </vt:lpstr>
      <vt:lpstr>Step-9 Test Puppet Server </vt:lpstr>
      <vt:lpstr>2. Configure Puppet Server</vt:lpstr>
      <vt:lpstr>PowerPoint Presentation</vt:lpstr>
      <vt:lpstr>PowerPoint Presentation</vt:lpstr>
      <vt:lpstr>Already done Skip these 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Check yaml.file is available in given path after triggering</vt:lpstr>
      <vt:lpstr>PowerPoint Presentation</vt:lpstr>
      <vt:lpstr>PowerPoint Presentation</vt:lpstr>
      <vt:lpstr>PowerPoint Presentation</vt:lpstr>
      <vt:lpstr>Verify File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Manpreet Kaur</cp:lastModifiedBy>
  <cp:revision>33</cp:revision>
  <dcterms:created xsi:type="dcterms:W3CDTF">2025-08-04T04:25:42Z</dcterms:created>
  <dcterms:modified xsi:type="dcterms:W3CDTF">2025-09-01T07:54:57Z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5E5635F4ACD54499B26275F5A873FE69_11</vt:lpwstr>
  </property>
  <property fmtid="{D5CDD505-2E9C-101B-9397-08002B2CF9AE}" pid="3" name="KSOProductBuildVer">
    <vt:lpwstr>1033-12.2.0.21931</vt:lpwstr>
  </property>
</Properties>
</file>