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1" r:id="rId13"/>
    <p:sldId id="267" r:id="rId14"/>
    <p:sldId id="268" r:id="rId15"/>
    <p:sldId id="269" r:id="rId16"/>
    <p:sldId id="270" r:id="rId17"/>
    <p:sldId id="271" r:id="rId18"/>
    <p:sldId id="272" r:id="rId19"/>
    <p:sldId id="28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58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AA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Puppet Configuration Management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Puppet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is a configuration management and infrastructure automation tool. It lets administrators define the state a server should be in — and Puppet enforces that state automatically, across any number of machines.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Puppet Replaces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installing packages on each server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creating users and permissions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editing configuration files one by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re-checking that services are running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34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7830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organization operates 300 Linux servers. Instead of admins manually installing Apache, creating users, and maintaining config files on every server, Puppet centrally defines and enforces these configurations.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65822" y="3383280"/>
            <a:ext cx="281635" cy="281635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0608" y="3690518"/>
            <a:ext cx="512064" cy="448056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Admin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3611880"/>
            <a:ext cx="94183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8787384" y="354787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5400" y="32461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32461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332720" y="3611880"/>
            <a:ext cx="75895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11073384" y="354787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00816" y="2888132"/>
            <a:ext cx="384048" cy="44165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3968" y="2961284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83696" y="296936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73968" y="3059735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83696" y="306781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73968" y="3158185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83696" y="316626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0816" y="3455060"/>
            <a:ext cx="384048" cy="44165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73968" y="3528212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283696" y="353629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73968" y="3626663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83696" y="363474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173968" y="3725113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83696" y="373319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00816" y="4021988"/>
            <a:ext cx="384048" cy="44165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73968" y="4095140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83696" y="4103218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73968" y="4193591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83696" y="4201668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73968" y="4292041"/>
            <a:ext cx="237744" cy="52730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83696" y="4300118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154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Managed Servers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Puppet Is Required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It Solves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19656"/>
            <a:ext cx="274320" cy="274320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19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configuration work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78024"/>
            <a:ext cx="274320" cy="274320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780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35000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during manual setup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36392"/>
            <a:ext cx="274320" cy="274320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08376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servers over time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666744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94760"/>
            <a:ext cx="274320" cy="274320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666744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scaling to many machines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325112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453128"/>
            <a:ext cx="274320" cy="274320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53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325112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after changes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92240" y="12344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234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7830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expands from 20 servers to 500 servers. Manually configuring every new server becomes slow and error-prone. Puppet allows the team to define configuration once and apply it consistently.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Approach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20840" y="3200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→ Server 1 → Server 2 → Server 3 → … → Server 500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2084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Approach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75958" y="4457700"/>
            <a:ext cx="221285" cy="221285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85432" y="4699102"/>
            <a:ext cx="402336" cy="352044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52360" y="4526280"/>
            <a:ext cx="71323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8147304" y="446227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429768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4297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372600" y="4526280"/>
            <a:ext cx="66751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10021824" y="446227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984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49840" y="42976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Servers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0840" y="4983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effort, no matter the fleet size.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Desired State vs. Current State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State: what the system should look like, as defined in Puppet code.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what actually exists on the machine right now.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Desired State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337560"/>
            <a:ext cx="5065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       = Installed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       = Running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File   = Correct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832604"/>
            <a:ext cx="256032" cy="256032"/>
          </a:xfrm>
          <a:prstGeom prst="ellipse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8326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626864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should be running but is currently stopped. What should Puppet do?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12344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234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160020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783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web server should always have Apache running. An administrator accidentally stops Apache.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26060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Apache = Stopped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35440" y="26060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Desired: Apache = Running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63840" y="3200400"/>
            <a:ext cx="1828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7808976" y="352958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7490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3749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Detects the Difference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35440" y="4343400"/>
            <a:ext cx="1828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9180576" y="467258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48920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4892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Starts the Service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Configuration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describes WHAT state should exist, rather than requiring administrators to specify every procedural step needed to get there.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Code Example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697480"/>
            <a:ext cx="5065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{ 'apache2':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ensure =&gt; installed,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vs. Declarative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A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51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Imperative:  Install → Configure → Start → Verify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377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Declarative:  “Apache must be installed and running”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2344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234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7830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DevOps team does not need to repeatedly write installation procedures for every server. They simply declare that Apache must be installed, and Puppet determines whether any action is required.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32004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200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A: Apache missing → Installs 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384048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840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B: Apache present → Does nothing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617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declaration works correctly on both servers — Puppet decides the action, not the administrator.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applying the same Puppet configuration should not create unnecessary changes once the desired state is achieved.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574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74320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99923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missing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" y="3566160"/>
            <a:ext cx="2368296" cy="0"/>
          </a:xfrm>
          <a:prstGeom prst="line">
            <a:avLst/>
          </a:prstGeom>
          <a:noFill/>
          <a:ln w="12700">
            <a:solidFill>
              <a:srgbClr val="D9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5760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Run: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913632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installs Apache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55848" y="3291840"/>
            <a:ext cx="11887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456432" y="322783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0574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20574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057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39312" y="274320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39312" y="299923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installed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39312" y="3566160"/>
            <a:ext cx="2368296" cy="0"/>
          </a:xfrm>
          <a:prstGeom prst="line">
            <a:avLst/>
          </a:prstGeom>
          <a:noFill/>
          <a:ln w="12700">
            <a:solidFill>
              <a:srgbClr val="D9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365760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Run: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39312" y="3913632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action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0488" y="3291840"/>
            <a:ext cx="11887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6291072" y="322783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0574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20574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057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73952" y="274320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73952" y="299923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&amp; running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73952" y="3566160"/>
            <a:ext cx="2368296" cy="0"/>
          </a:xfrm>
          <a:prstGeom prst="line">
            <a:avLst/>
          </a:prstGeom>
          <a:noFill/>
          <a:ln w="12700">
            <a:solidFill>
              <a:srgbClr val="D9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365760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Run: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73952" y="3913632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025128" y="3291840"/>
            <a:ext cx="11887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5400000">
            <a:off x="9125712" y="322783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0" y="20574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0" y="20574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2057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308592" y="274320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08592" y="299923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stopped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308592" y="3566160"/>
            <a:ext cx="2368296" cy="0"/>
          </a:xfrm>
          <a:prstGeom prst="line">
            <a:avLst/>
          </a:prstGeom>
          <a:noFill/>
          <a:ln w="12700">
            <a:solidFill>
              <a:srgbClr val="D9E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08592" y="365760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Run: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08592" y="3913632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starts Apache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40080" y="502920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029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State  →  No Change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309360" y="502920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5029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State  →  Corrective Action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" y="5686425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5884164"/>
            <a:ext cx="256032" cy="256032"/>
          </a:xfrm>
          <a:prstGeom prst="ellipse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" y="58841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88720" y="5724144"/>
            <a:ext cx="10424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Apache is already installed and correctly configured, what happens on the next Puppet run?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Drift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that originally had identical configurations can become different over time due to manual changes, updates, incorrect permissions, or stopped services.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has 50 web servers behind a load balancer. An administrator manually modifies the Apache configuration on Web Server 17.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  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65960" y="35204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520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  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35204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520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3  ✓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35204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520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17  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52160" y="3520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B7A"/>
                </a:solidFill>
              </a:rPr>
              <a:t>...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Manual Change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  ✓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965960" y="45720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  ✓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45720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3  ✓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45720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17  ✗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18745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Run Restores Order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629400" y="25146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17: Drift Detected  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15400" y="3063240"/>
            <a:ext cx="1828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8860536" y="339242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36118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Compares to Desired State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15400" y="4160520"/>
            <a:ext cx="1828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8860536" y="448970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470916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4709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Configuration Restored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15400" y="5257800"/>
            <a:ext cx="1828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0800000">
            <a:off x="8860536" y="549554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29400" y="5669280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5669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17  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Puppet Components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Puppet deployment is built from the same core building blocks.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21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Server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and delivers catalogs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14884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2121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Agent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managed nodes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14884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0" y="2121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2788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source code (.pp)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Packages, services, files, users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43400" y="3931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0" y="4800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about each node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8160" y="3931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66760" y="416052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6112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66760" y="4800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Compiled, node-specific config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PUPPET COMPONENTS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Puppet Server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configuration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code processing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compilation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communication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 trust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31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48056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manages 200 Linux machines. Rather than storing separate instructions manually on every machine, the Puppet Server centrally processes the configuration and gives each node its own catalog.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234440"/>
            <a:ext cx="5120640" cy="5029200"/>
          </a:xfrm>
          <a:prstGeom prst="roundRect">
            <a:avLst>
              <a:gd name="adj" fmla="val 1455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417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Connect to the Server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95160" y="1959102"/>
            <a:ext cx="457200" cy="525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68312" y="2032254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51192" y="205435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68312" y="2158746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51192" y="218084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68312" y="2285238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51192" y="2307336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984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Agent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81160" y="2221992"/>
            <a:ext cx="71323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9976104" y="2157984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2782062"/>
            <a:ext cx="457200" cy="525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8312" y="2855214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1192" y="287731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68312" y="2981706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51192" y="300380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68312" y="3108198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51192" y="3130296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2807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Agent 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81160" y="3044952"/>
            <a:ext cx="71323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9976104" y="2980944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95160" y="3605022"/>
            <a:ext cx="457200" cy="525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68312" y="3678174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51192" y="370027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68312" y="3804666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51192" y="382676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68312" y="3931158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51192" y="3953256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36301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Agent 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281160" y="3867912"/>
            <a:ext cx="71323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5400000">
            <a:off x="9976104" y="3803904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95560" y="2377440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95560" y="23774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835640" y="3429000"/>
            <a:ext cx="18288" cy="393192"/>
          </a:xfrm>
          <a:prstGeom prst="rect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10780776" y="3803904"/>
            <a:ext cx="164592" cy="146304"/>
          </a:xfrm>
          <a:prstGeom prst="triangle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95560" y="3977640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95560" y="39776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720840" y="4937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compiles the appropriate catalog for each agent and returns 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PUPPET COMPONENTS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Puppet Agent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Puppet Agent runs on every managed node and does the on-the-ground work of applying configuration.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facts about the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the Puppet Server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compiled catalog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catalog to current configuration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required changes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run report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1887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7373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Ubuntu web server joins the infrastructure. Its Puppet Agent sends system information to the Server, receives the required configuration, installs packages, manages files, and ensures services run.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292608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926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Send Facts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3493008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4930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Receive Catalog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4059936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0599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Install &amp; Configure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4626864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6268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Ensure Running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20840" y="519379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5193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Send Report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WRITING CONFIGURATION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Puppet Manifest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manifest is Puppet configuration code stored in .pp files — the source that describes desired state.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Manifest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77440"/>
            <a:ext cx="5065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{ '/tmp/company.txt':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ensure  =&gt; file,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 =&gt; 'Managed by Puppet',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Manifest to Agent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60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48840" y="4434840"/>
            <a:ext cx="53035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2660904" y="437083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41605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4160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434840"/>
            <a:ext cx="53035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4901184" y="437083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41605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4160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11887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7373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requires a standard security notice file on all Linux servers. This requirement is declared once in Puppet code, so the file stays consistently managed across every relevant system.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46620" y="3642741"/>
            <a:ext cx="502920" cy="57835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9772" y="3715893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8372" y="374675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9772" y="3859911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8372" y="389077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9772" y="4003929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8372" y="403479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8180" y="3642741"/>
            <a:ext cx="502920" cy="57835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71332" y="3715893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9932" y="374675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1332" y="3859911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99932" y="389077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71332" y="4003929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9932" y="403479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49740" y="3642741"/>
            <a:ext cx="502920" cy="57835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22892" y="3715893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51492" y="374675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22892" y="3859911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51492" y="389077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22892" y="4003929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51492" y="403479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01300" y="3642741"/>
            <a:ext cx="502920" cy="57835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4452" y="3715893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03052" y="374675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74452" y="3859911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03052" y="389077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74452" y="4003929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03052" y="403479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0840" y="4526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file, enforced identically on every server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E6DC2C-A39C-78E4-6C27-E726251528EE}"/>
              </a:ext>
            </a:extLst>
          </p:cNvPr>
          <p:cNvSpPr txBox="1"/>
          <p:nvPr/>
        </p:nvSpPr>
        <p:spPr>
          <a:xfrm>
            <a:off x="6096000" y="1571626"/>
            <a:ext cx="47434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Administrator writes Manifest (.pp)</a:t>
            </a:r>
          </a:p>
          <a:p>
            <a:r>
              <a:rPr lang="en-IN" dirty="0"/>
              <a:t>              │</a:t>
            </a:r>
          </a:p>
          <a:p>
            <a:r>
              <a:rPr lang="en-IN" dirty="0"/>
              <a:t>              ▼</a:t>
            </a:r>
          </a:p>
          <a:p>
            <a:r>
              <a:rPr lang="en-IN" dirty="0"/>
              <a:t>        Puppet Server</a:t>
            </a:r>
          </a:p>
          <a:p>
            <a:r>
              <a:rPr lang="en-IN" dirty="0"/>
              <a:t>              │</a:t>
            </a:r>
          </a:p>
          <a:p>
            <a:r>
              <a:rPr lang="en-IN" dirty="0"/>
              <a:t>      Compiles </a:t>
            </a:r>
            <a:r>
              <a:rPr lang="en-IN" dirty="0" err="1"/>
              <a:t>Catalog</a:t>
            </a:r>
            <a:endParaRPr lang="en-IN" dirty="0"/>
          </a:p>
          <a:p>
            <a:r>
              <a:rPr lang="en-IN" dirty="0"/>
              <a:t>              │</a:t>
            </a:r>
          </a:p>
          <a:p>
            <a:r>
              <a:rPr lang="en-IN" dirty="0"/>
              <a:t>              ▼</a:t>
            </a:r>
          </a:p>
          <a:p>
            <a:r>
              <a:rPr lang="en-IN" dirty="0"/>
              <a:t>      Puppet Agents (Servers)</a:t>
            </a:r>
          </a:p>
          <a:p>
            <a:r>
              <a:rPr lang="en-IN" dirty="0"/>
              <a:t>              │</a:t>
            </a:r>
          </a:p>
          <a:p>
            <a:r>
              <a:rPr lang="en-IN" dirty="0"/>
              <a:t>      Apply the configuration</a:t>
            </a:r>
          </a:p>
          <a:p>
            <a:r>
              <a:rPr lang="en-IN" dirty="0"/>
              <a:t>              ▼</a:t>
            </a:r>
          </a:p>
          <a:p>
            <a:r>
              <a:rPr lang="en-IN" dirty="0"/>
              <a:t> All servers have the same desired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45CFB-F017-6533-9BFF-05F45C8CF912}"/>
              </a:ext>
            </a:extLst>
          </p:cNvPr>
          <p:cNvSpPr txBox="1"/>
          <p:nvPr/>
        </p:nvSpPr>
        <p:spPr>
          <a:xfrm>
            <a:off x="1003697" y="1593055"/>
            <a:ext cx="6093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package { 'httpd':</a:t>
            </a:r>
          </a:p>
          <a:p>
            <a:r>
              <a:rPr lang="en-IN" dirty="0"/>
              <a:t>  ensure =&gt; installed,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service { 'httpd':</a:t>
            </a:r>
          </a:p>
          <a:p>
            <a:r>
              <a:rPr lang="en-IN" dirty="0"/>
              <a:t>  ensure =&gt; running,</a:t>
            </a:r>
          </a:p>
          <a:p>
            <a:r>
              <a:rPr lang="en-IN" dirty="0"/>
              <a:t>  enable =&gt; true,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9CF789-B220-CFCA-04C1-728A458EEB64}"/>
              </a:ext>
            </a:extLst>
          </p:cNvPr>
          <p:cNvSpPr txBox="1"/>
          <p:nvPr/>
        </p:nvSpPr>
        <p:spPr>
          <a:xfrm>
            <a:off x="742950" y="657225"/>
            <a:ext cx="9844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Installing </a:t>
            </a:r>
            <a:r>
              <a:rPr lang="en-IN" sz="3600" b="1" dirty="0" err="1"/>
              <a:t>apache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08745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WRITING CONFIGURATION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Puppet Resources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the basic units Puppet manages: packages, services, files, users, and groups.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874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874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25603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EF5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5603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Resource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840480"/>
            <a:ext cx="50657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{ 'devops':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ensure =&gt; present,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56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</a:t>
            </a: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
</a:t>
            </a:r>
            <a:r>
              <a:rPr lang="en-US" sz="12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
</a:t>
            </a:r>
            <a:r>
              <a:rPr lang="en-US" sz="12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Property:  </a:t>
            </a: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 →  </a:t>
            </a:r>
            <a:r>
              <a:rPr lang="en-US" sz="12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1887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7373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requires a devops account on 100 servers. Puppet manages the user resource so the required account exists on every one of those nodes — no manual account creation required.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95160" y="3577590"/>
            <a:ext cx="457200" cy="525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68312" y="3650742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51192" y="367284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68312" y="3777234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51192" y="379933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68312" y="3903726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51192" y="392582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3577590"/>
            <a:ext cx="457200" cy="525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6992" y="3650742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9872" y="367284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36992" y="3777234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19872" y="379933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36992" y="3903726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9872" y="392582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32520" y="3577590"/>
            <a:ext cx="457200" cy="525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05672" y="3650742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88552" y="367284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5672" y="3777234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88552" y="379933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05672" y="3903726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88552" y="392582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01200" y="3577590"/>
            <a:ext cx="457200" cy="525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74352" y="3650742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57232" y="367284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74352" y="3777234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57232" y="379933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74352" y="3903726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57232" y="392582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69880" y="3577590"/>
            <a:ext cx="457200" cy="525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43032" y="3650742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725912" y="367284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43032" y="3777234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725912" y="379933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543032" y="3903726"/>
            <a:ext cx="310896" cy="80772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725912" y="392582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20840" y="4297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user present on every server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WRITING CONFIGURATION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Dependencies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service configuration is usually a chain of dependent resources, applied in the correct order.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Deployment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(apache2)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77440" y="3291840"/>
            <a:ext cx="25603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2615184" y="322783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28346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3291840"/>
            <a:ext cx="25603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4764024" y="322783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346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(running)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Must Ensure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5262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Apache package exists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configuration file is available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Apache service is running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192024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Order Matters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2940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Puppet started the Apache service before the package was installed, the run would fail. Dependencies let Puppet apply resources in a safe, predictable sequence — every time, on every server.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79476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794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Package installed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06840" y="429768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8951976" y="448970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46177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617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 file placed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06840" y="512064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>
            <a:off x="8951976" y="531266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54864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Service started &amp; verified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AWARENESS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Facter and Facts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are information Puppet automatically collects about each managed system, such as OS, hostname, IP address, memory, and architecture.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Facts 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34440" y="2971800"/>
            <a:ext cx="1828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1179576" y="320954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375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37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03120" y="3566160"/>
            <a:ext cx="39319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2478024" y="350215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32461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2461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= Ubuntu   |   RAM = 8GB   |   IP = x.x.x.x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03120" y="2697480"/>
            <a:ext cx="3730752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5815584" y="2633472"/>
            <a:ext cx="146304" cy="164592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425196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4251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Server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4023360"/>
            <a:ext cx="18288" cy="1188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3328416" y="412394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749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335524"/>
            <a:ext cx="256032" cy="256032"/>
          </a:xfrm>
          <a:prstGeom prst="ellipse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3355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5129784"/>
            <a:ext cx="4754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an Ubuntu server and a Red Hat server require different package names?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1887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1737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manages both Ubuntu and Red Hat servers. Facts let Puppet configuration logic account for differences between operating systems.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20840" y="278892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2788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89720" y="278892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9720" y="2788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411480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manifest, different real package installed — Puppet chooses correctly based on collected facts.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DYNAMIC &amp; STATIC CONTENT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generate configuration content dynamically, combining a shared structure with per-server variables or facts.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Templates Work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7A"/>
                </a:solidFill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43200" y="24231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423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3429000"/>
            <a:ext cx="18288" cy="3017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3602736" y="371246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93192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931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Configuration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0" y="4709160"/>
            <a:ext cx="18288" cy="3017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3602736" y="499262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52120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5212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94360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43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copying one static file: each server gets its own hostname or environment value baked in.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11887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737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web servers require similar Apache configuration files, but each server needs its own hostname or environment-specific value.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20840" y="27432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743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web01.internal.com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720840" y="3401568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40156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web02.internal.com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20840" y="4059936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0599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web03.internal.com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20840" y="49377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template, twenty correct configuration files — each personalized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DYNAMIC &amp; STATIC CONTENT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also manages static files directly: their content, ownership, permissions, and location.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Puppet Enforces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389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managed file is modified and Puppet is configured to enforce its content, Puppet restores the approved state during the next run.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1887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737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production Linux servers must use an organization-approved configuration or banner file.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26060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File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3154680"/>
            <a:ext cx="1828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8997696" y="339242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35204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4023360"/>
            <a:ext cx="1828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8997696" y="426110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45262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526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36408" y="45262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36408" y="4526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51976" y="45262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4526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67544" y="45262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67544" y="4526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5212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server displays the exact same approved banner, always.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COMPILATION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344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= </a:t>
            </a: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source code
</a:t>
            </a:r>
            <a:r>
              <a:rPr lang="en-US" sz="14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 = </a:t>
            </a: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configuration for a particular node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Catalog Is Compiled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+ Modules + Facts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65960" y="338328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911096" y="357530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0332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03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Server → Compile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965960" y="420624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1911096" y="439826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52628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26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Node-Specific Catalog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965960" y="502920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911096" y="522122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34924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49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Agent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0" y="502920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22192" y="5289804"/>
            <a:ext cx="256032" cy="256032"/>
          </a:xfrm>
          <a:prstGeom prst="ellipse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52898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06240" y="5084064"/>
            <a:ext cx="1554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two Puppet agents receive different catalogs?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12344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234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783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server and a database server are both Puppet-managed, but they need very different configurations.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20840" y="265176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resources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89720" y="265176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resources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18120" y="3657600"/>
            <a:ext cx="1828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7763256" y="389534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87000" y="3657600"/>
            <a:ext cx="1828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10232136" y="389534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416052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1605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Server compiles using relevant code + node facts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20840" y="49377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ends up with a catalog tailored exactly to its role.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7F901AB-A63D-E102-FF03-A5A739375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1543049"/>
            <a:ext cx="7143750" cy="461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176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COMPILATION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Authority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uses certificate-based authentication so the server can trust the identity of every agent it communicates with.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Trust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45920" y="292608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1591056" y="311810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91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379476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1591056" y="398678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6052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Authority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0" y="466344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1591056" y="485546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29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AA7EC"/>
          </a:solidFill>
          <a:ln w="19050">
            <a:solidFill>
              <a:srgbClr val="1AA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Approved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5532120"/>
            <a:ext cx="18288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1591056" y="567842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85216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852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Communication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420624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2112" y="4809744"/>
            <a:ext cx="256032" cy="256032"/>
          </a:xfrm>
          <a:prstGeom prst="ellipse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2112" y="4809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66160" y="4261104"/>
            <a:ext cx="219456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the Puppet Server verify the identity of every agent?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11887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922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1737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does not want an unauthorized machine pretending to be a legitimate managed node.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20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25146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Machine Requests Access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052560" y="301752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0800000">
            <a:off x="8997696" y="320954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0840" y="338328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3832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Checks Certificate Validity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52560" y="3886200"/>
            <a:ext cx="18288" cy="210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10800000">
            <a:off x="8997696" y="407822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42519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4251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→ Rejected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0840" y="49834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give Puppet secure identity and communication — no rogue node can join silently.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Puppet Architecture — Enterprise 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Team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645920"/>
            <a:ext cx="18288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6025896" y="179222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9202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2377440"/>
            <a:ext cx="18288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6025896" y="2523744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2697480"/>
            <a:ext cx="6492240" cy="1508760"/>
          </a:xfrm>
          <a:prstGeom prst="roundRect">
            <a:avLst>
              <a:gd name="adj" fmla="val 4848"/>
            </a:avLst>
          </a:prstGeom>
          <a:solidFill>
            <a:srgbClr val="EEF5FC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310896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3108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10896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108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23760" y="310896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3108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0" y="361188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361188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Compilation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23760" y="361188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Services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0" y="4315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Secure Communication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4206240"/>
            <a:ext cx="18288" cy="347472"/>
          </a:xfrm>
          <a:prstGeom prst="rect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6025896" y="4535424"/>
            <a:ext cx="164592" cy="146304"/>
          </a:xfrm>
          <a:prstGeom prst="triangle">
            <a:avLst/>
          </a:prstGeom>
          <a:solidFill>
            <a:srgbClr val="1AA7EC"/>
          </a:solidFill>
          <a:ln w="12700">
            <a:solidFill>
              <a:srgbClr val="1AA7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709160"/>
            <a:ext cx="10332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211580" y="5197221"/>
            <a:ext cx="502920" cy="57835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84732" y="5270373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13332" y="530123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4732" y="5414391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13332" y="544525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84732" y="5558409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13332" y="558927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5852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26180" y="5197221"/>
            <a:ext cx="502920" cy="57835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9332" y="5270373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7932" y="530123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99332" y="5414391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27932" y="544525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9332" y="5558409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27932" y="558927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1880" y="5852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40780" y="5197221"/>
            <a:ext cx="502920" cy="57835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13932" y="5270373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42532" y="530123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13932" y="5414391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42532" y="544525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13932" y="5558409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42532" y="558927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5852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755380" y="5197221"/>
            <a:ext cx="502920" cy="57835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28532" y="5270373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57132" y="5301234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28532" y="5414391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57132" y="5445252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28532" y="5558409"/>
            <a:ext cx="356616" cy="98298"/>
          </a:xfrm>
          <a:prstGeom prst="rect">
            <a:avLst/>
          </a:prstGeom>
          <a:solidFill>
            <a:srgbClr val="D9E8F5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57132" y="5589270"/>
            <a:ext cx="45720" cy="45720"/>
          </a:xfrm>
          <a:prstGeom prst="ellipse">
            <a:avLst/>
          </a:prstGeom>
          <a:solidFill>
            <a:srgbClr val="1E8A5F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41080" y="5852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Nodes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Facts → Server      Server → Catalog → Agent      Agent → Report → Server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Puppet Workflow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needs Apache installed and running on 100 web servers.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1664208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66420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 defines Puppet configuration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43000" y="2441448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44144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collects facts, sends to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43000" y="3218688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21868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compiles the catalog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43000" y="3995928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99592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sent to Agent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49440" y="1664208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66420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examines current state — Apache missing?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246888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949440" y="2441448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44144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Install Apache, ensure service running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3246120"/>
            <a:ext cx="457200" cy="457200"/>
          </a:xfrm>
          <a:prstGeom prst="ellipse">
            <a:avLst/>
          </a:prstGeom>
          <a:solidFill>
            <a:srgbClr val="0F3D68"/>
          </a:solidFill>
          <a:ln w="12700">
            <a:solidFill>
              <a:srgbClr val="0F3D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49440" y="3218688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321868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achieved — report generated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2148840"/>
            <a:ext cx="18288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722376" y="2313432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2926080"/>
            <a:ext cx="18288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722376" y="3090672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3703320"/>
            <a:ext cx="18288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0800000">
            <a:off x="722376" y="3867912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2148840"/>
            <a:ext cx="18288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6528816" y="2313432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0" y="2926080"/>
            <a:ext cx="18288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6528816" y="3090672"/>
            <a:ext cx="164592" cy="146304"/>
          </a:xfrm>
          <a:prstGeom prst="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100 servers reach and maintain the identical desired Apache configuration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COMPARISON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Configuration vs. Puppet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100 new web servers must be configured.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Login → Install → Configure → Create User → Start Service → Repeat 99×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544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Puppet: Define Config → Apply to Nodes → Verify → Maintain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64240" cy="3931921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Manual Approach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Puppet Approach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3D68"/>
                          </a:solidFill>
                        </a:rPr>
                        <a:t>Time &amp; repetitive effort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23A3A"/>
                          </a:solidFill>
                        </a:rPr>
                        <a:t>High — repeated 100 times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8A5F"/>
                          </a:solidFill>
                        </a:rPr>
                        <a:t>Low — defined once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3D68"/>
                          </a:solidFill>
                        </a:rPr>
                        <a:t>Scalability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23A3A"/>
                          </a:solidFill>
                        </a:rPr>
                        <a:t>Difficult beyond small fleets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8A5F"/>
                          </a:solidFill>
                        </a:rPr>
                        <a:t>Scales to thousands of nodes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3D68"/>
                          </a:solidFill>
                        </a:rPr>
                        <a:t>Consistency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23A3A"/>
                          </a:solidFill>
                        </a:rPr>
                        <a:t>Varies by administrator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8A5F"/>
                          </a:solidFill>
                        </a:rPr>
                        <a:t>Identical across all nodes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3D68"/>
                          </a:solidFill>
                        </a:rPr>
                        <a:t>Human error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23A3A"/>
                          </a:solidFill>
                        </a:rPr>
                        <a:t>Frequent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8A5F"/>
                          </a:solidFill>
                        </a:rPr>
                        <a:t>Minimized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3D68"/>
                          </a:solidFill>
                        </a:rPr>
                        <a:t>Configuration drift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23A3A"/>
                          </a:solidFill>
                        </a:rPr>
                        <a:t>Common over time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8A5F"/>
                          </a:solidFill>
                        </a:rPr>
                        <a:t>Automatically corrected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3D68"/>
                          </a:solidFill>
                        </a:rPr>
                        <a:t>Recovery / onboarding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23A3A"/>
                          </a:solidFill>
                        </a:rPr>
                        <a:t>Slow, manual rebuild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8A5F"/>
                          </a:solidFill>
                        </a:rPr>
                        <a:t>Fast, automatic re-apply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Student Confusions (1 of 2)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50292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“Apache should be installed.”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49440" y="1691640"/>
            <a:ext cx="46634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240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set of resources applicable to WebServer01.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23360"/>
            <a:ext cx="50292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= Ubuntu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4617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49440" y="4023360"/>
            <a:ext cx="46634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78040" y="4572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package must be installed.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Configuration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Student Confusions (2 of 2)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vs. Template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approved content everywhere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05740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0574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generated from variables/data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EEF5FC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vs. Current State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114800"/>
            <a:ext cx="3291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= Running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4114800"/>
            <a:ext cx="3291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= Stopped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411480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0F3D68"/>
          </a:solidFill>
          <a:ln w="19050">
            <a:solidFill>
              <a:srgbClr val="0F3D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41148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Action: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Apache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whenever a scenario names two different states, expect Puppet to compare and correct — that's the whole model.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2235</Words>
  <Application>Microsoft Office PowerPoint</Application>
  <PresentationFormat>Widescreen</PresentationFormat>
  <Paragraphs>489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Manpreet Kaur</cp:lastModifiedBy>
  <cp:revision>5</cp:revision>
  <dcterms:created xsi:type="dcterms:W3CDTF">2026-07-30T04:32:35Z</dcterms:created>
  <dcterms:modified xsi:type="dcterms:W3CDTF">2026-08-05T04:26:47Z</dcterms:modified>
</cp:coreProperties>
</file>